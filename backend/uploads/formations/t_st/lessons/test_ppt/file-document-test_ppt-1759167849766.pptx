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modernComment_112_6DAD9EFA.xml" ContentType="application/vnd.ms-powerpoint.comments+xml"/>
  <Override PartName="/ppt/comments/modernComment_117_8F29BD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0" r:id="rId5"/>
  </p:sldMasterIdLst>
  <p:notesMasterIdLst>
    <p:notesMasterId r:id="rId12"/>
  </p:notesMasterIdLst>
  <p:sldIdLst>
    <p:sldId id="277" r:id="rId6"/>
    <p:sldId id="278" r:id="rId7"/>
    <p:sldId id="274" r:id="rId8"/>
    <p:sldId id="281" r:id="rId9"/>
    <p:sldId id="279" r:id="rId10"/>
    <p:sldId id="280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F505507-F705-B707-985E-3A1D31940BDC}" name="ADAMS DEXTER Tchatchoua De Kouamegne DRHG" initials="ADTDKD" userId="S::tchatchouadekouamegne.adamsdexter@orange.com::77ae9180-8842-46dc-8979-9cdb572ad01e" providerId="AD"/>
  <p188:author id="{3E50EF2E-5C58-19DE-06A0-F22E446B40DF}" name="PIOCHE Oceane DRHG" initials="PD" userId="S::oceane.pioche@orange.com::26d85c93-75c4-48cd-9d68-d3a1f48551e9" providerId="AD"/>
  <p188:author id="{70B35080-BD20-54C7-432C-0FEA09432EF3}" name="ADAMS DEXTER Tchatchoua de Kouamegne" initials="ADTdK" userId="S::adamsdet@3il.fr::433a6e61-f3b1-4e8c-bbb9-1d943c30cb9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8FF7C9-BE0C-4D2B-67CA-B5A9515128AF}" v="7" dt="2024-07-26T10:01:16.6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comments/modernComment_112_6DAD9EF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9F5E82-BCCF-4346-ADE4-E2931FDD563C}" authorId="{3E50EF2E-5C58-19DE-06A0-F22E446B40DF}" created="2024-07-23T12:05:53.861">
    <pc:sldMkLst xmlns:pc="http://schemas.microsoft.com/office/powerpoint/2013/main/command">
      <pc:docMk/>
      <pc:sldMk cId="1840094970" sldId="274"/>
    </pc:sldMkLst>
    <p188:replyLst>
      <p188:reply id="{FE1E10F0-89CA-4818-851B-A84788FA1919}" authorId="{4F505507-F705-B707-985E-3A1D31940BDC}" created="2024-07-23T12:39:13.080">
        <p188:txBody>
          <a:bodyPr/>
          <a:lstStyle/>
          <a:p>
            <a:r>
              <a:rPr lang="fr-FR"/>
              <a:t>Ouiii pourquoi pas.. Je teste
</a:t>
            </a:r>
          </a:p>
        </p188:txBody>
      </p188:reply>
      <p188:reply id="{ECEE7DD8-88CE-445B-B28F-4695B070B574}" authorId="{4F505507-F705-B707-985E-3A1D31940BDC}" created="2024-07-23T12:43:03.821">
        <p188:txBody>
          <a:bodyPr/>
          <a:lstStyle/>
          <a:p>
            <a:r>
              <a:rPr lang="fr-FR"/>
              <a:t>Comment tu trouves ?</a:t>
            </a:r>
          </a:p>
        </p188:txBody>
      </p188:reply>
      <p188:reply id="{D6C5D903-3DE9-45D7-A8BE-8E3F11EA3963}" authorId="{3E50EF2E-5C58-19DE-06A0-F22E446B40DF}" created="2024-07-23T13:02:30.724">
        <p188:txBody>
          <a:bodyPr/>
          <a:lstStyle/>
          <a:p>
            <a:r>
              <a:rPr lang="fr-FR"/>
              <a:t>[@ADAMS DEXTER Tchatchoua De Kouamegne DRHG] je kiffe</a:t>
            </a:r>
          </a:p>
        </p188:txBody>
      </p188:reply>
    </p188:replyLst>
    <p188:txBody>
      <a:bodyPr/>
      <a:lstStyle/>
      <a:p>
        <a:r>
          <a:rPr lang="fr-FR"/>
          <a:t>c'est peut-être mieux en fond noir non ?</a:t>
        </a:r>
      </a:p>
    </p188:txBody>
  </p188:cm>
</p188:cmLst>
</file>

<file path=ppt/comments/modernComment_117_8F29B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88BD2FB-D5DD-4FC0-A090-4A5965EFE907}" authorId="{3E50EF2E-5C58-19DE-06A0-F22E446B40DF}" created="2024-07-23T13:01:34.050">
    <pc:sldMkLst xmlns:pc="http://schemas.microsoft.com/office/powerpoint/2013/main/command">
      <pc:docMk/>
      <pc:sldMk cId="9382333" sldId="279"/>
    </pc:sldMkLst>
    <p188:replyLst>
      <p188:reply id="{1284296C-7CBC-4387-A09A-2812BC29B236}" authorId="{70B35080-BD20-54C7-432C-0FEA09432EF3}" created="2024-08-11T22:30:39.267">
        <p188:txBody>
          <a:bodyPr/>
          <a:lstStyle/>
          <a:p>
            <a:r>
              <a:rPr lang="fr-FR"/>
              <a:t>Merciii… C’était une erreur j’ai corrigé</a:t>
            </a:r>
          </a:p>
        </p188:txBody>
      </p188:reply>
    </p188:replyLst>
    <p188:txBody>
      <a:bodyPr/>
      <a:lstStyle/>
      <a:p>
        <a:r>
          <a:rPr lang="fr-FR"/>
          <a:t>j'ai du mal à comprendre ce que les numéros représentent ? parceque si on somme les différences et les correspondances on est à 114 pas 112 ?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D30E36-96AA-4840-AC53-8998E9347CAD}" type="datetimeFigureOut">
              <a:rPr lang="fr-FR" smtClean="0"/>
              <a:t>12/08/2024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E11EE-45D2-4008-BF6B-3F662F30AC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0797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19101" y="1574801"/>
            <a:ext cx="11353800" cy="4493683"/>
          </a:xfrm>
        </p:spPr>
        <p:txBody>
          <a:bodyPr/>
          <a:lstStyle>
            <a:lvl1pPr>
              <a:defRPr/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/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GB"/>
              <a:t>Sixth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3517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18047" y="356825"/>
            <a:ext cx="6439052" cy="3072175"/>
          </a:xfrm>
        </p:spPr>
        <p:txBody>
          <a:bodyPr>
            <a:noAutofit/>
          </a:bodyPr>
          <a:lstStyle>
            <a:lvl1pPr algn="l">
              <a:lnSpc>
                <a:spcPct val="85000"/>
              </a:lnSpc>
              <a:defRPr sz="7333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7734301" y="355602"/>
            <a:ext cx="4038600" cy="453813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6778" y="3605525"/>
            <a:ext cx="6439052" cy="1288208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1"/>
                </a:solidFill>
              </a:defRPr>
            </a:lvl1pPr>
            <a:lvl2pPr marL="241294" indent="-241294" algn="l"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542386" indent="-254394" algn="l">
              <a:spcBef>
                <a:spcPts val="448"/>
              </a:spcBef>
              <a:buClrTx/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  <a:latin typeface="Helvetica 55 Roman" panose="020B0604020202020204" pitchFamily="34" charset="0"/>
              </a:defRPr>
            </a:lvl3pPr>
            <a:lvl4pPr marL="791980" indent="-230394" algn="l">
              <a:spcBef>
                <a:spcPts val="32"/>
              </a:spcBef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4pPr>
            <a:lvl5pPr marL="1065573" indent="-254394" algn="l"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presenter name</a:t>
            </a:r>
          </a:p>
        </p:txBody>
      </p:sp>
    </p:spTree>
    <p:extLst>
      <p:ext uri="{BB962C8B-B14F-4D97-AF65-F5344CB8AC3E}">
        <p14:creationId xmlns:p14="http://schemas.microsoft.com/office/powerpoint/2010/main" val="3014185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419101" y="356660"/>
            <a:ext cx="11353799" cy="5711825"/>
          </a:xfrm>
        </p:spPr>
        <p:txBody>
          <a:bodyPr/>
          <a:lstStyle>
            <a:lvl1pPr>
              <a:spcBef>
                <a:spcPts val="0"/>
              </a:spcBef>
              <a:defRPr sz="4000"/>
            </a:lvl1pPr>
            <a:lvl2pPr marL="482588" indent="-482588">
              <a:spcBef>
                <a:spcPts val="0"/>
              </a:spcBef>
              <a:buClrTx/>
              <a:buSzPct val="100000"/>
              <a:buFont typeface="+mj-lt"/>
              <a:buAutoNum type="arabicPeriod"/>
              <a:defRPr sz="40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contents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242506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18359" y="357718"/>
            <a:ext cx="8129119" cy="5710767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spcBef>
                <a:spcPts val="0"/>
              </a:spcBef>
              <a:buNone/>
              <a:defRPr sz="7333" baseline="0"/>
            </a:lvl1pPr>
            <a:lvl2pPr>
              <a:lnSpc>
                <a:spcPct val="85000"/>
              </a:lnSpc>
              <a:spcBef>
                <a:spcPts val="0"/>
              </a:spcBef>
              <a:defRPr sz="7333"/>
            </a:lvl2pPr>
            <a:lvl3pPr>
              <a:defRPr sz="7333"/>
            </a:lvl3pPr>
            <a:lvl4pPr>
              <a:defRPr sz="7333"/>
            </a:lvl4pPr>
            <a:lvl5pPr>
              <a:defRPr sz="7333"/>
            </a:lvl5pPr>
          </a:lstStyle>
          <a:p>
            <a:pPr lvl="0"/>
            <a:r>
              <a:rPr lang="en-US"/>
              <a:t>Click to edit section number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044457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17601" y="1574800"/>
            <a:ext cx="5290740" cy="4493683"/>
          </a:xfrm>
        </p:spPr>
        <p:txBody>
          <a:bodyPr>
            <a:normAutofit/>
          </a:bodyPr>
          <a:lstStyle>
            <a:lvl1pPr>
              <a:defRPr sz="1867" baseline="0"/>
            </a:lvl1pPr>
            <a:lvl2pPr>
              <a:defRPr sz="1867" baseline="0">
                <a:solidFill>
                  <a:schemeClr val="tx1"/>
                </a:solidFill>
              </a:defRPr>
            </a:lvl2pPr>
            <a:lvl3pPr>
              <a:defRPr sz="1867" baseline="0">
                <a:solidFill>
                  <a:schemeClr val="tx1"/>
                </a:solidFill>
              </a:defRPr>
            </a:lvl3pPr>
            <a:lvl4pPr>
              <a:defRPr sz="1867" baseline="0">
                <a:solidFill>
                  <a:schemeClr val="tx1"/>
                </a:solidFill>
              </a:defRPr>
            </a:lvl4pPr>
            <a:lvl5pPr>
              <a:defRPr sz="1867" baseline="0">
                <a:solidFill>
                  <a:schemeClr val="tx1"/>
                </a:solidFill>
              </a:defRPr>
            </a:lvl5pPr>
            <a:lvl6pPr>
              <a:defRPr sz="1867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486393" y="1574800"/>
            <a:ext cx="5286507" cy="4493683"/>
          </a:xfrm>
        </p:spPr>
        <p:txBody>
          <a:bodyPr>
            <a:normAutofit/>
          </a:bodyPr>
          <a:lstStyle>
            <a:lvl1pPr>
              <a:defRPr sz="1867"/>
            </a:lvl1pPr>
            <a:lvl2pPr>
              <a:defRPr sz="1867">
                <a:solidFill>
                  <a:schemeClr val="tx1"/>
                </a:solidFill>
              </a:defRPr>
            </a:lvl2pPr>
            <a:lvl3pPr>
              <a:defRPr sz="1867">
                <a:solidFill>
                  <a:schemeClr val="tx1"/>
                </a:solidFill>
              </a:defRPr>
            </a:lvl3pPr>
            <a:lvl4pPr>
              <a:defRPr sz="1867">
                <a:solidFill>
                  <a:schemeClr val="tx1"/>
                </a:solidFill>
              </a:defRPr>
            </a:lvl4pPr>
            <a:lvl5pPr>
              <a:defRPr sz="1867">
                <a:solidFill>
                  <a:schemeClr val="tx1"/>
                </a:solidFill>
              </a:defRPr>
            </a:lvl5pPr>
            <a:lvl6pPr>
              <a:defRPr sz="1867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  <a:endParaRPr lang="en-GB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17599" y="357717"/>
            <a:ext cx="11355300" cy="98848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9756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407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Medi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 sz="2667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rgbClr val="000000"/>
                </a:solidFill>
              </a:defRPr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6529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5400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2970" y="452969"/>
            <a:ext cx="11294532" cy="5507567"/>
          </a:xfrm>
        </p:spPr>
        <p:txBody>
          <a:bodyPr/>
          <a:lstStyle>
            <a:lvl1pPr>
              <a:lnSpc>
                <a:spcPct val="85000"/>
              </a:lnSpc>
              <a:spcAft>
                <a:spcPts val="0"/>
              </a:spcAft>
              <a:defRPr sz="4000">
                <a:solidFill>
                  <a:srgbClr val="FF6600"/>
                </a:solidFill>
                <a:latin typeface="Helvetica 75 Bold" panose="020B0804020202020204" pitchFamily="34" charset="0"/>
              </a:defRPr>
            </a:lvl1pPr>
            <a:lvl2pPr marL="535491" indent="-535491">
              <a:lnSpc>
                <a:spcPct val="85000"/>
              </a:lnSpc>
              <a:spcAft>
                <a:spcPts val="0"/>
              </a:spcAft>
              <a:buFont typeface="+mj-lt"/>
              <a:buAutoNum type="arabicPeriod"/>
              <a:defRPr sz="4000">
                <a:latin typeface="Helvetica 75 Bold" panose="020B0804020202020204" pitchFamily="34" charset="0"/>
              </a:defRPr>
            </a:lvl2pPr>
            <a:lvl3pPr marL="0" indent="0">
              <a:lnSpc>
                <a:spcPct val="85000"/>
              </a:lnSpc>
              <a:spcAft>
                <a:spcPts val="1067"/>
              </a:spcAft>
              <a:buFont typeface="+mj-lt"/>
              <a:buNone/>
              <a:defRPr sz="4000"/>
            </a:lvl3pPr>
            <a:lvl4pPr marL="0" indent="0">
              <a:lnSpc>
                <a:spcPct val="85000"/>
              </a:lnSpc>
              <a:spcAft>
                <a:spcPts val="1067"/>
              </a:spcAft>
              <a:buFont typeface="+mj-lt"/>
              <a:buNone/>
              <a:defRPr sz="4000"/>
            </a:lvl4pPr>
            <a:lvl5pPr marL="0" indent="0">
              <a:lnSpc>
                <a:spcPct val="85000"/>
              </a:lnSpc>
              <a:spcAft>
                <a:spcPts val="1067"/>
              </a:spcAft>
              <a:buFont typeface="+mj-lt"/>
              <a:buNone/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8403027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19101" y="1574801"/>
            <a:ext cx="11353800" cy="4493683"/>
          </a:xfrm>
        </p:spPr>
        <p:txBody>
          <a:bodyPr/>
          <a:lstStyle>
            <a:lvl1pPr>
              <a:defRPr/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/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GB"/>
              <a:t>Sixth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6206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18047" y="356825"/>
            <a:ext cx="6439052" cy="3072175"/>
          </a:xfrm>
        </p:spPr>
        <p:txBody>
          <a:bodyPr>
            <a:noAutofit/>
          </a:bodyPr>
          <a:lstStyle>
            <a:lvl1pPr algn="l">
              <a:lnSpc>
                <a:spcPct val="85000"/>
              </a:lnSpc>
              <a:defRPr sz="7333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7734301" y="355602"/>
            <a:ext cx="4038600" cy="453813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6778" y="3605525"/>
            <a:ext cx="6439052" cy="1288208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1"/>
                </a:solidFill>
              </a:defRPr>
            </a:lvl1pPr>
            <a:lvl2pPr marL="241294" indent="-241294" algn="l"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542386" indent="-254394" algn="l">
              <a:spcBef>
                <a:spcPts val="448"/>
              </a:spcBef>
              <a:buClrTx/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  <a:latin typeface="Helvetica 55 Roman" panose="020B0604020202020204" pitchFamily="34" charset="0"/>
              </a:defRPr>
            </a:lvl3pPr>
            <a:lvl4pPr marL="791980" indent="-230394" algn="l">
              <a:spcBef>
                <a:spcPts val="32"/>
              </a:spcBef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4pPr>
            <a:lvl5pPr marL="1065573" indent="-254394" algn="l"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presenter name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AC6C0D2-28FA-4B18-BFAE-E37D2DCD4D6B}"/>
              </a:ext>
            </a:extLst>
          </p:cNvPr>
          <p:cNvGrpSpPr/>
          <p:nvPr userDrawn="1"/>
        </p:nvGrpSpPr>
        <p:grpSpPr>
          <a:xfrm>
            <a:off x="419101" y="5746751"/>
            <a:ext cx="3263900" cy="685800"/>
            <a:chOff x="314325" y="4310063"/>
            <a:chExt cx="2447925" cy="514350"/>
          </a:xfrm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1006C298-DB65-4F2B-A9EE-26B4473AF6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7425" y="4413251"/>
              <a:ext cx="257175" cy="307975"/>
            </a:xfrm>
            <a:custGeom>
              <a:avLst/>
              <a:gdLst>
                <a:gd name="T0" fmla="*/ 213 w 379"/>
                <a:gd name="T1" fmla="*/ 0 h 453"/>
                <a:gd name="T2" fmla="*/ 272 w 379"/>
                <a:gd name="T3" fmla="*/ 6 h 453"/>
                <a:gd name="T4" fmla="*/ 318 w 379"/>
                <a:gd name="T5" fmla="*/ 24 h 453"/>
                <a:gd name="T6" fmla="*/ 347 w 379"/>
                <a:gd name="T7" fmla="*/ 59 h 453"/>
                <a:gd name="T8" fmla="*/ 358 w 379"/>
                <a:gd name="T9" fmla="*/ 112 h 453"/>
                <a:gd name="T10" fmla="*/ 342 w 379"/>
                <a:gd name="T11" fmla="*/ 169 h 453"/>
                <a:gd name="T12" fmla="*/ 296 w 379"/>
                <a:gd name="T13" fmla="*/ 207 h 453"/>
                <a:gd name="T14" fmla="*/ 359 w 379"/>
                <a:gd name="T15" fmla="*/ 249 h 453"/>
                <a:gd name="T16" fmla="*/ 379 w 379"/>
                <a:gd name="T17" fmla="*/ 322 h 453"/>
                <a:gd name="T18" fmla="*/ 366 w 379"/>
                <a:gd name="T19" fmla="*/ 381 h 453"/>
                <a:gd name="T20" fmla="*/ 330 w 379"/>
                <a:gd name="T21" fmla="*/ 422 h 453"/>
                <a:gd name="T22" fmla="*/ 279 w 379"/>
                <a:gd name="T23" fmla="*/ 446 h 453"/>
                <a:gd name="T24" fmla="*/ 219 w 379"/>
                <a:gd name="T25" fmla="*/ 453 h 453"/>
                <a:gd name="T26" fmla="*/ 0 w 379"/>
                <a:gd name="T27" fmla="*/ 453 h 453"/>
                <a:gd name="T28" fmla="*/ 0 w 379"/>
                <a:gd name="T29" fmla="*/ 0 h 453"/>
                <a:gd name="T30" fmla="*/ 213 w 379"/>
                <a:gd name="T31" fmla="*/ 0 h 453"/>
                <a:gd name="T32" fmla="*/ 200 w 379"/>
                <a:gd name="T33" fmla="*/ 183 h 453"/>
                <a:gd name="T34" fmla="*/ 244 w 379"/>
                <a:gd name="T35" fmla="*/ 171 h 453"/>
                <a:gd name="T36" fmla="*/ 261 w 379"/>
                <a:gd name="T37" fmla="*/ 129 h 453"/>
                <a:gd name="T38" fmla="*/ 256 w 379"/>
                <a:gd name="T39" fmla="*/ 103 h 453"/>
                <a:gd name="T40" fmla="*/ 240 w 379"/>
                <a:gd name="T41" fmla="*/ 88 h 453"/>
                <a:gd name="T42" fmla="*/ 218 w 379"/>
                <a:gd name="T43" fmla="*/ 80 h 453"/>
                <a:gd name="T44" fmla="*/ 193 w 379"/>
                <a:gd name="T45" fmla="*/ 77 h 453"/>
                <a:gd name="T46" fmla="*/ 99 w 379"/>
                <a:gd name="T47" fmla="*/ 77 h 453"/>
                <a:gd name="T48" fmla="*/ 99 w 379"/>
                <a:gd name="T49" fmla="*/ 183 h 453"/>
                <a:gd name="T50" fmla="*/ 200 w 379"/>
                <a:gd name="T51" fmla="*/ 183 h 453"/>
                <a:gd name="T52" fmla="*/ 206 w 379"/>
                <a:gd name="T53" fmla="*/ 376 h 453"/>
                <a:gd name="T54" fmla="*/ 234 w 379"/>
                <a:gd name="T55" fmla="*/ 373 h 453"/>
                <a:gd name="T56" fmla="*/ 257 w 379"/>
                <a:gd name="T57" fmla="*/ 363 h 453"/>
                <a:gd name="T58" fmla="*/ 274 w 379"/>
                <a:gd name="T59" fmla="*/ 345 h 453"/>
                <a:gd name="T60" fmla="*/ 280 w 379"/>
                <a:gd name="T61" fmla="*/ 316 h 453"/>
                <a:gd name="T62" fmla="*/ 260 w 379"/>
                <a:gd name="T63" fmla="*/ 266 h 453"/>
                <a:gd name="T64" fmla="*/ 208 w 379"/>
                <a:gd name="T65" fmla="*/ 251 h 453"/>
                <a:gd name="T66" fmla="*/ 99 w 379"/>
                <a:gd name="T67" fmla="*/ 251 h 453"/>
                <a:gd name="T68" fmla="*/ 99 w 379"/>
                <a:gd name="T69" fmla="*/ 376 h 453"/>
                <a:gd name="T70" fmla="*/ 206 w 379"/>
                <a:gd name="T71" fmla="*/ 376 h 4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79" h="453">
                  <a:moveTo>
                    <a:pt x="213" y="0"/>
                  </a:moveTo>
                  <a:cubicBezTo>
                    <a:pt x="235" y="0"/>
                    <a:pt x="254" y="2"/>
                    <a:pt x="272" y="6"/>
                  </a:cubicBezTo>
                  <a:cubicBezTo>
                    <a:pt x="290" y="9"/>
                    <a:pt x="305" y="16"/>
                    <a:pt x="318" y="24"/>
                  </a:cubicBezTo>
                  <a:cubicBezTo>
                    <a:pt x="330" y="33"/>
                    <a:pt x="340" y="45"/>
                    <a:pt x="347" y="59"/>
                  </a:cubicBezTo>
                  <a:cubicBezTo>
                    <a:pt x="354" y="73"/>
                    <a:pt x="358" y="91"/>
                    <a:pt x="358" y="112"/>
                  </a:cubicBezTo>
                  <a:cubicBezTo>
                    <a:pt x="358" y="135"/>
                    <a:pt x="353" y="154"/>
                    <a:pt x="342" y="169"/>
                  </a:cubicBezTo>
                  <a:cubicBezTo>
                    <a:pt x="332" y="185"/>
                    <a:pt x="316" y="197"/>
                    <a:pt x="296" y="207"/>
                  </a:cubicBezTo>
                  <a:cubicBezTo>
                    <a:pt x="324" y="215"/>
                    <a:pt x="345" y="229"/>
                    <a:pt x="359" y="249"/>
                  </a:cubicBezTo>
                  <a:cubicBezTo>
                    <a:pt x="372" y="269"/>
                    <a:pt x="379" y="293"/>
                    <a:pt x="379" y="322"/>
                  </a:cubicBezTo>
                  <a:cubicBezTo>
                    <a:pt x="379" y="345"/>
                    <a:pt x="375" y="364"/>
                    <a:pt x="366" y="381"/>
                  </a:cubicBezTo>
                  <a:cubicBezTo>
                    <a:pt x="357" y="398"/>
                    <a:pt x="345" y="412"/>
                    <a:pt x="330" y="422"/>
                  </a:cubicBezTo>
                  <a:cubicBezTo>
                    <a:pt x="315" y="433"/>
                    <a:pt x="298" y="441"/>
                    <a:pt x="279" y="446"/>
                  </a:cubicBezTo>
                  <a:cubicBezTo>
                    <a:pt x="259" y="451"/>
                    <a:pt x="240" y="453"/>
                    <a:pt x="219" y="453"/>
                  </a:cubicBezTo>
                  <a:cubicBezTo>
                    <a:pt x="0" y="453"/>
                    <a:pt x="0" y="453"/>
                    <a:pt x="0" y="453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13" y="0"/>
                  </a:lnTo>
                  <a:close/>
                  <a:moveTo>
                    <a:pt x="200" y="183"/>
                  </a:moveTo>
                  <a:cubicBezTo>
                    <a:pt x="218" y="183"/>
                    <a:pt x="233" y="179"/>
                    <a:pt x="244" y="171"/>
                  </a:cubicBezTo>
                  <a:cubicBezTo>
                    <a:pt x="256" y="162"/>
                    <a:pt x="261" y="149"/>
                    <a:pt x="261" y="129"/>
                  </a:cubicBezTo>
                  <a:cubicBezTo>
                    <a:pt x="261" y="119"/>
                    <a:pt x="259" y="110"/>
                    <a:pt x="256" y="103"/>
                  </a:cubicBezTo>
                  <a:cubicBezTo>
                    <a:pt x="252" y="97"/>
                    <a:pt x="247" y="91"/>
                    <a:pt x="240" y="88"/>
                  </a:cubicBezTo>
                  <a:cubicBezTo>
                    <a:pt x="234" y="84"/>
                    <a:pt x="227" y="81"/>
                    <a:pt x="218" y="80"/>
                  </a:cubicBezTo>
                  <a:cubicBezTo>
                    <a:pt x="210" y="78"/>
                    <a:pt x="202" y="77"/>
                    <a:pt x="193" y="77"/>
                  </a:cubicBezTo>
                  <a:cubicBezTo>
                    <a:pt x="99" y="77"/>
                    <a:pt x="99" y="77"/>
                    <a:pt x="99" y="77"/>
                  </a:cubicBezTo>
                  <a:cubicBezTo>
                    <a:pt x="99" y="183"/>
                    <a:pt x="99" y="183"/>
                    <a:pt x="99" y="183"/>
                  </a:cubicBezTo>
                  <a:lnTo>
                    <a:pt x="200" y="183"/>
                  </a:lnTo>
                  <a:close/>
                  <a:moveTo>
                    <a:pt x="206" y="376"/>
                  </a:moveTo>
                  <a:cubicBezTo>
                    <a:pt x="216" y="376"/>
                    <a:pt x="225" y="375"/>
                    <a:pt x="234" y="373"/>
                  </a:cubicBezTo>
                  <a:cubicBezTo>
                    <a:pt x="243" y="371"/>
                    <a:pt x="251" y="368"/>
                    <a:pt x="257" y="363"/>
                  </a:cubicBezTo>
                  <a:cubicBezTo>
                    <a:pt x="264" y="359"/>
                    <a:pt x="270" y="353"/>
                    <a:pt x="274" y="345"/>
                  </a:cubicBezTo>
                  <a:cubicBezTo>
                    <a:pt x="278" y="338"/>
                    <a:pt x="280" y="328"/>
                    <a:pt x="280" y="316"/>
                  </a:cubicBezTo>
                  <a:cubicBezTo>
                    <a:pt x="280" y="293"/>
                    <a:pt x="273" y="276"/>
                    <a:pt x="260" y="266"/>
                  </a:cubicBezTo>
                  <a:cubicBezTo>
                    <a:pt x="247" y="256"/>
                    <a:pt x="229" y="251"/>
                    <a:pt x="208" y="251"/>
                  </a:cubicBezTo>
                  <a:cubicBezTo>
                    <a:pt x="99" y="251"/>
                    <a:pt x="99" y="251"/>
                    <a:pt x="99" y="251"/>
                  </a:cubicBezTo>
                  <a:cubicBezTo>
                    <a:pt x="99" y="376"/>
                    <a:pt x="99" y="376"/>
                    <a:pt x="99" y="376"/>
                  </a:cubicBezTo>
                  <a:lnTo>
                    <a:pt x="206" y="37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sp>
          <p:nvSpPr>
            <p:cNvPr id="27" name="Freeform 6">
              <a:extLst>
                <a:ext uri="{FF2B5EF4-FFF2-40B4-BE49-F238E27FC236}">
                  <a16:creationId xmlns:a16="http://schemas.microsoft.com/office/drawing/2014/main" id="{C413873F-B596-4126-9F0B-5B23ECE878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76350" y="4497388"/>
              <a:ext cx="209550" cy="230188"/>
            </a:xfrm>
            <a:custGeom>
              <a:avLst/>
              <a:gdLst>
                <a:gd name="T0" fmla="*/ 222 w 308"/>
                <a:gd name="T1" fmla="*/ 328 h 337"/>
                <a:gd name="T2" fmla="*/ 222 w 308"/>
                <a:gd name="T3" fmla="*/ 283 h 337"/>
                <a:gd name="T4" fmla="*/ 220 w 308"/>
                <a:gd name="T5" fmla="*/ 283 h 337"/>
                <a:gd name="T6" fmla="*/ 176 w 308"/>
                <a:gd name="T7" fmla="*/ 324 h 337"/>
                <a:gd name="T8" fmla="*/ 120 w 308"/>
                <a:gd name="T9" fmla="*/ 337 h 337"/>
                <a:gd name="T10" fmla="*/ 61 w 308"/>
                <a:gd name="T11" fmla="*/ 327 h 337"/>
                <a:gd name="T12" fmla="*/ 24 w 308"/>
                <a:gd name="T13" fmla="*/ 300 h 337"/>
                <a:gd name="T14" fmla="*/ 5 w 308"/>
                <a:gd name="T15" fmla="*/ 257 h 337"/>
                <a:gd name="T16" fmla="*/ 0 w 308"/>
                <a:gd name="T17" fmla="*/ 202 h 337"/>
                <a:gd name="T18" fmla="*/ 0 w 308"/>
                <a:gd name="T19" fmla="*/ 0 h 337"/>
                <a:gd name="T20" fmla="*/ 90 w 308"/>
                <a:gd name="T21" fmla="*/ 0 h 337"/>
                <a:gd name="T22" fmla="*/ 90 w 308"/>
                <a:gd name="T23" fmla="*/ 185 h 337"/>
                <a:gd name="T24" fmla="*/ 103 w 308"/>
                <a:gd name="T25" fmla="*/ 246 h 337"/>
                <a:gd name="T26" fmla="*/ 148 w 308"/>
                <a:gd name="T27" fmla="*/ 266 h 337"/>
                <a:gd name="T28" fmla="*/ 201 w 308"/>
                <a:gd name="T29" fmla="*/ 244 h 337"/>
                <a:gd name="T30" fmla="*/ 218 w 308"/>
                <a:gd name="T31" fmla="*/ 172 h 337"/>
                <a:gd name="T32" fmla="*/ 218 w 308"/>
                <a:gd name="T33" fmla="*/ 0 h 337"/>
                <a:gd name="T34" fmla="*/ 308 w 308"/>
                <a:gd name="T35" fmla="*/ 0 h 337"/>
                <a:gd name="T36" fmla="*/ 308 w 308"/>
                <a:gd name="T37" fmla="*/ 328 h 337"/>
                <a:gd name="T38" fmla="*/ 222 w 308"/>
                <a:gd name="T39" fmla="*/ 32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08" h="337">
                  <a:moveTo>
                    <a:pt x="222" y="328"/>
                  </a:moveTo>
                  <a:cubicBezTo>
                    <a:pt x="222" y="283"/>
                    <a:pt x="222" y="283"/>
                    <a:pt x="222" y="283"/>
                  </a:cubicBezTo>
                  <a:cubicBezTo>
                    <a:pt x="220" y="283"/>
                    <a:pt x="220" y="283"/>
                    <a:pt x="220" y="283"/>
                  </a:cubicBezTo>
                  <a:cubicBezTo>
                    <a:pt x="209" y="302"/>
                    <a:pt x="194" y="315"/>
                    <a:pt x="176" y="324"/>
                  </a:cubicBezTo>
                  <a:cubicBezTo>
                    <a:pt x="158" y="332"/>
                    <a:pt x="139" y="337"/>
                    <a:pt x="120" y="337"/>
                  </a:cubicBezTo>
                  <a:cubicBezTo>
                    <a:pt x="96" y="337"/>
                    <a:pt x="76" y="333"/>
                    <a:pt x="61" y="327"/>
                  </a:cubicBezTo>
                  <a:cubicBezTo>
                    <a:pt x="45" y="321"/>
                    <a:pt x="33" y="312"/>
                    <a:pt x="24" y="300"/>
                  </a:cubicBezTo>
                  <a:cubicBezTo>
                    <a:pt x="15" y="288"/>
                    <a:pt x="9" y="274"/>
                    <a:pt x="5" y="257"/>
                  </a:cubicBezTo>
                  <a:cubicBezTo>
                    <a:pt x="2" y="241"/>
                    <a:pt x="0" y="222"/>
                    <a:pt x="0" y="20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90" y="185"/>
                    <a:pt x="90" y="185"/>
                    <a:pt x="90" y="185"/>
                  </a:cubicBezTo>
                  <a:cubicBezTo>
                    <a:pt x="90" y="213"/>
                    <a:pt x="94" y="233"/>
                    <a:pt x="103" y="246"/>
                  </a:cubicBezTo>
                  <a:cubicBezTo>
                    <a:pt x="111" y="259"/>
                    <a:pt x="126" y="266"/>
                    <a:pt x="148" y="266"/>
                  </a:cubicBezTo>
                  <a:cubicBezTo>
                    <a:pt x="172" y="266"/>
                    <a:pt x="190" y="259"/>
                    <a:pt x="201" y="244"/>
                  </a:cubicBezTo>
                  <a:cubicBezTo>
                    <a:pt x="212" y="230"/>
                    <a:pt x="218" y="206"/>
                    <a:pt x="218" y="172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328"/>
                    <a:pt x="308" y="328"/>
                    <a:pt x="308" y="328"/>
                  </a:cubicBezTo>
                  <a:lnTo>
                    <a:pt x="222" y="32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33551E3B-B69B-404C-81B2-BD23385A37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14475" y="4491038"/>
              <a:ext cx="206375" cy="236538"/>
            </a:xfrm>
            <a:custGeom>
              <a:avLst/>
              <a:gdLst>
                <a:gd name="T0" fmla="*/ 92 w 304"/>
                <a:gd name="T1" fmla="*/ 256 h 346"/>
                <a:gd name="T2" fmla="*/ 108 w 304"/>
                <a:gd name="T3" fmla="*/ 273 h 346"/>
                <a:gd name="T4" fmla="*/ 129 w 304"/>
                <a:gd name="T5" fmla="*/ 283 h 346"/>
                <a:gd name="T6" fmla="*/ 155 w 304"/>
                <a:gd name="T7" fmla="*/ 286 h 346"/>
                <a:gd name="T8" fmla="*/ 175 w 304"/>
                <a:gd name="T9" fmla="*/ 284 h 346"/>
                <a:gd name="T10" fmla="*/ 194 w 304"/>
                <a:gd name="T11" fmla="*/ 277 h 346"/>
                <a:gd name="T12" fmla="*/ 209 w 304"/>
                <a:gd name="T13" fmla="*/ 264 h 346"/>
                <a:gd name="T14" fmla="*/ 214 w 304"/>
                <a:gd name="T15" fmla="*/ 244 h 346"/>
                <a:gd name="T16" fmla="*/ 187 w 304"/>
                <a:gd name="T17" fmla="*/ 213 h 346"/>
                <a:gd name="T18" fmla="*/ 112 w 304"/>
                <a:gd name="T19" fmla="*/ 193 h 346"/>
                <a:gd name="T20" fmla="*/ 74 w 304"/>
                <a:gd name="T21" fmla="*/ 183 h 346"/>
                <a:gd name="T22" fmla="*/ 40 w 304"/>
                <a:gd name="T23" fmla="*/ 167 h 346"/>
                <a:gd name="T24" fmla="*/ 17 w 304"/>
                <a:gd name="T25" fmla="*/ 142 h 346"/>
                <a:gd name="T26" fmla="*/ 8 w 304"/>
                <a:gd name="T27" fmla="*/ 106 h 346"/>
                <a:gd name="T28" fmla="*/ 20 w 304"/>
                <a:gd name="T29" fmla="*/ 53 h 346"/>
                <a:gd name="T30" fmla="*/ 53 w 304"/>
                <a:gd name="T31" fmla="*/ 21 h 346"/>
                <a:gd name="T32" fmla="*/ 99 w 304"/>
                <a:gd name="T33" fmla="*/ 5 h 346"/>
                <a:gd name="T34" fmla="*/ 151 w 304"/>
                <a:gd name="T35" fmla="*/ 0 h 346"/>
                <a:gd name="T36" fmla="*/ 203 w 304"/>
                <a:gd name="T37" fmla="*/ 5 h 346"/>
                <a:gd name="T38" fmla="*/ 247 w 304"/>
                <a:gd name="T39" fmla="*/ 22 h 346"/>
                <a:gd name="T40" fmla="*/ 280 w 304"/>
                <a:gd name="T41" fmla="*/ 54 h 346"/>
                <a:gd name="T42" fmla="*/ 296 w 304"/>
                <a:gd name="T43" fmla="*/ 105 h 346"/>
                <a:gd name="T44" fmla="*/ 210 w 304"/>
                <a:gd name="T45" fmla="*/ 105 h 346"/>
                <a:gd name="T46" fmla="*/ 190 w 304"/>
                <a:gd name="T47" fmla="*/ 70 h 346"/>
                <a:gd name="T48" fmla="*/ 148 w 304"/>
                <a:gd name="T49" fmla="*/ 60 h 346"/>
                <a:gd name="T50" fmla="*/ 132 w 304"/>
                <a:gd name="T51" fmla="*/ 61 h 346"/>
                <a:gd name="T52" fmla="*/ 116 w 304"/>
                <a:gd name="T53" fmla="*/ 66 h 346"/>
                <a:gd name="T54" fmla="*/ 103 w 304"/>
                <a:gd name="T55" fmla="*/ 75 h 346"/>
                <a:gd name="T56" fmla="*/ 98 w 304"/>
                <a:gd name="T57" fmla="*/ 91 h 346"/>
                <a:gd name="T58" fmla="*/ 107 w 304"/>
                <a:gd name="T59" fmla="*/ 111 h 346"/>
                <a:gd name="T60" fmla="*/ 130 w 304"/>
                <a:gd name="T61" fmla="*/ 123 h 346"/>
                <a:gd name="T62" fmla="*/ 163 w 304"/>
                <a:gd name="T63" fmla="*/ 132 h 346"/>
                <a:gd name="T64" fmla="*/ 200 w 304"/>
                <a:gd name="T65" fmla="*/ 140 h 346"/>
                <a:gd name="T66" fmla="*/ 239 w 304"/>
                <a:gd name="T67" fmla="*/ 151 h 346"/>
                <a:gd name="T68" fmla="*/ 272 w 304"/>
                <a:gd name="T69" fmla="*/ 167 h 346"/>
                <a:gd name="T70" fmla="*/ 296 w 304"/>
                <a:gd name="T71" fmla="*/ 193 h 346"/>
                <a:gd name="T72" fmla="*/ 304 w 304"/>
                <a:gd name="T73" fmla="*/ 232 h 346"/>
                <a:gd name="T74" fmla="*/ 291 w 304"/>
                <a:gd name="T75" fmla="*/ 286 h 346"/>
                <a:gd name="T76" fmla="*/ 257 w 304"/>
                <a:gd name="T77" fmla="*/ 321 h 346"/>
                <a:gd name="T78" fmla="*/ 209 w 304"/>
                <a:gd name="T79" fmla="*/ 340 h 346"/>
                <a:gd name="T80" fmla="*/ 155 w 304"/>
                <a:gd name="T81" fmla="*/ 346 h 346"/>
                <a:gd name="T82" fmla="*/ 99 w 304"/>
                <a:gd name="T83" fmla="*/ 340 h 346"/>
                <a:gd name="T84" fmla="*/ 50 w 304"/>
                <a:gd name="T85" fmla="*/ 321 h 346"/>
                <a:gd name="T86" fmla="*/ 15 w 304"/>
                <a:gd name="T87" fmla="*/ 286 h 346"/>
                <a:gd name="T88" fmla="*/ 0 w 304"/>
                <a:gd name="T89" fmla="*/ 231 h 346"/>
                <a:gd name="T90" fmla="*/ 86 w 304"/>
                <a:gd name="T91" fmla="*/ 231 h 346"/>
                <a:gd name="T92" fmla="*/ 92 w 304"/>
                <a:gd name="T93" fmla="*/ 256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04" h="346">
                  <a:moveTo>
                    <a:pt x="92" y="256"/>
                  </a:moveTo>
                  <a:cubicBezTo>
                    <a:pt x="96" y="263"/>
                    <a:pt x="101" y="268"/>
                    <a:pt x="108" y="273"/>
                  </a:cubicBezTo>
                  <a:cubicBezTo>
                    <a:pt x="114" y="277"/>
                    <a:pt x="121" y="281"/>
                    <a:pt x="129" y="283"/>
                  </a:cubicBezTo>
                  <a:cubicBezTo>
                    <a:pt x="138" y="285"/>
                    <a:pt x="146" y="286"/>
                    <a:pt x="155" y="286"/>
                  </a:cubicBezTo>
                  <a:cubicBezTo>
                    <a:pt x="162" y="286"/>
                    <a:pt x="168" y="285"/>
                    <a:pt x="175" y="284"/>
                  </a:cubicBezTo>
                  <a:cubicBezTo>
                    <a:pt x="182" y="282"/>
                    <a:pt x="189" y="280"/>
                    <a:pt x="194" y="277"/>
                  </a:cubicBezTo>
                  <a:cubicBezTo>
                    <a:pt x="200" y="273"/>
                    <a:pt x="205" y="269"/>
                    <a:pt x="209" y="264"/>
                  </a:cubicBezTo>
                  <a:cubicBezTo>
                    <a:pt x="212" y="259"/>
                    <a:pt x="214" y="252"/>
                    <a:pt x="214" y="244"/>
                  </a:cubicBezTo>
                  <a:cubicBezTo>
                    <a:pt x="214" y="230"/>
                    <a:pt x="205" y="220"/>
                    <a:pt x="187" y="213"/>
                  </a:cubicBezTo>
                  <a:cubicBezTo>
                    <a:pt x="169" y="207"/>
                    <a:pt x="144" y="200"/>
                    <a:pt x="112" y="193"/>
                  </a:cubicBezTo>
                  <a:cubicBezTo>
                    <a:pt x="99" y="190"/>
                    <a:pt x="86" y="187"/>
                    <a:pt x="74" y="183"/>
                  </a:cubicBezTo>
                  <a:cubicBezTo>
                    <a:pt x="61" y="179"/>
                    <a:pt x="50" y="173"/>
                    <a:pt x="40" y="167"/>
                  </a:cubicBezTo>
                  <a:cubicBezTo>
                    <a:pt x="31" y="160"/>
                    <a:pt x="23" y="152"/>
                    <a:pt x="17" y="142"/>
                  </a:cubicBezTo>
                  <a:cubicBezTo>
                    <a:pt x="11" y="132"/>
                    <a:pt x="8" y="120"/>
                    <a:pt x="8" y="106"/>
                  </a:cubicBezTo>
                  <a:cubicBezTo>
                    <a:pt x="8" y="84"/>
                    <a:pt x="12" y="67"/>
                    <a:pt x="20" y="53"/>
                  </a:cubicBezTo>
                  <a:cubicBezTo>
                    <a:pt x="29" y="40"/>
                    <a:pt x="39" y="29"/>
                    <a:pt x="53" y="21"/>
                  </a:cubicBezTo>
                  <a:cubicBezTo>
                    <a:pt x="67" y="14"/>
                    <a:pt x="82" y="8"/>
                    <a:pt x="99" y="5"/>
                  </a:cubicBezTo>
                  <a:cubicBezTo>
                    <a:pt x="116" y="2"/>
                    <a:pt x="133" y="0"/>
                    <a:pt x="151" y="0"/>
                  </a:cubicBezTo>
                  <a:cubicBezTo>
                    <a:pt x="169" y="0"/>
                    <a:pt x="186" y="2"/>
                    <a:pt x="203" y="5"/>
                  </a:cubicBezTo>
                  <a:cubicBezTo>
                    <a:pt x="219" y="9"/>
                    <a:pt x="234" y="14"/>
                    <a:pt x="247" y="22"/>
                  </a:cubicBezTo>
                  <a:cubicBezTo>
                    <a:pt x="260" y="30"/>
                    <a:pt x="271" y="41"/>
                    <a:pt x="280" y="54"/>
                  </a:cubicBezTo>
                  <a:cubicBezTo>
                    <a:pt x="289" y="68"/>
                    <a:pt x="294" y="85"/>
                    <a:pt x="296" y="105"/>
                  </a:cubicBezTo>
                  <a:cubicBezTo>
                    <a:pt x="210" y="105"/>
                    <a:pt x="210" y="105"/>
                    <a:pt x="210" y="105"/>
                  </a:cubicBezTo>
                  <a:cubicBezTo>
                    <a:pt x="209" y="88"/>
                    <a:pt x="202" y="76"/>
                    <a:pt x="190" y="70"/>
                  </a:cubicBezTo>
                  <a:cubicBezTo>
                    <a:pt x="178" y="64"/>
                    <a:pt x="164" y="60"/>
                    <a:pt x="148" y="60"/>
                  </a:cubicBezTo>
                  <a:cubicBezTo>
                    <a:pt x="143" y="60"/>
                    <a:pt x="138" y="61"/>
                    <a:pt x="132" y="61"/>
                  </a:cubicBezTo>
                  <a:cubicBezTo>
                    <a:pt x="126" y="62"/>
                    <a:pt x="120" y="63"/>
                    <a:pt x="116" y="66"/>
                  </a:cubicBezTo>
                  <a:cubicBezTo>
                    <a:pt x="111" y="68"/>
                    <a:pt x="107" y="71"/>
                    <a:pt x="103" y="75"/>
                  </a:cubicBezTo>
                  <a:cubicBezTo>
                    <a:pt x="100" y="79"/>
                    <a:pt x="98" y="84"/>
                    <a:pt x="98" y="91"/>
                  </a:cubicBezTo>
                  <a:cubicBezTo>
                    <a:pt x="98" y="99"/>
                    <a:pt x="101" y="106"/>
                    <a:pt x="107" y="111"/>
                  </a:cubicBezTo>
                  <a:cubicBezTo>
                    <a:pt x="113" y="116"/>
                    <a:pt x="121" y="120"/>
                    <a:pt x="130" y="123"/>
                  </a:cubicBezTo>
                  <a:cubicBezTo>
                    <a:pt x="140" y="126"/>
                    <a:pt x="151" y="129"/>
                    <a:pt x="163" y="132"/>
                  </a:cubicBezTo>
                  <a:cubicBezTo>
                    <a:pt x="175" y="134"/>
                    <a:pt x="188" y="137"/>
                    <a:pt x="200" y="140"/>
                  </a:cubicBezTo>
                  <a:cubicBezTo>
                    <a:pt x="213" y="143"/>
                    <a:pt x="226" y="146"/>
                    <a:pt x="239" y="151"/>
                  </a:cubicBezTo>
                  <a:cubicBezTo>
                    <a:pt x="251" y="155"/>
                    <a:pt x="262" y="160"/>
                    <a:pt x="272" y="167"/>
                  </a:cubicBezTo>
                  <a:cubicBezTo>
                    <a:pt x="282" y="174"/>
                    <a:pt x="290" y="183"/>
                    <a:pt x="296" y="193"/>
                  </a:cubicBezTo>
                  <a:cubicBezTo>
                    <a:pt x="301" y="204"/>
                    <a:pt x="304" y="217"/>
                    <a:pt x="304" y="232"/>
                  </a:cubicBezTo>
                  <a:cubicBezTo>
                    <a:pt x="304" y="253"/>
                    <a:pt x="300" y="272"/>
                    <a:pt x="291" y="286"/>
                  </a:cubicBezTo>
                  <a:cubicBezTo>
                    <a:pt x="283" y="301"/>
                    <a:pt x="271" y="313"/>
                    <a:pt x="257" y="321"/>
                  </a:cubicBezTo>
                  <a:cubicBezTo>
                    <a:pt x="243" y="330"/>
                    <a:pt x="227" y="337"/>
                    <a:pt x="209" y="340"/>
                  </a:cubicBezTo>
                  <a:cubicBezTo>
                    <a:pt x="192" y="344"/>
                    <a:pt x="173" y="346"/>
                    <a:pt x="155" y="346"/>
                  </a:cubicBezTo>
                  <a:cubicBezTo>
                    <a:pt x="136" y="346"/>
                    <a:pt x="117" y="344"/>
                    <a:pt x="99" y="340"/>
                  </a:cubicBezTo>
                  <a:cubicBezTo>
                    <a:pt x="80" y="336"/>
                    <a:pt x="64" y="330"/>
                    <a:pt x="50" y="321"/>
                  </a:cubicBezTo>
                  <a:cubicBezTo>
                    <a:pt x="36" y="312"/>
                    <a:pt x="24" y="300"/>
                    <a:pt x="15" y="286"/>
                  </a:cubicBezTo>
                  <a:cubicBezTo>
                    <a:pt x="6" y="271"/>
                    <a:pt x="1" y="253"/>
                    <a:pt x="0" y="231"/>
                  </a:cubicBezTo>
                  <a:cubicBezTo>
                    <a:pt x="86" y="231"/>
                    <a:pt x="86" y="231"/>
                    <a:pt x="86" y="231"/>
                  </a:cubicBezTo>
                  <a:cubicBezTo>
                    <a:pt x="86" y="240"/>
                    <a:pt x="88" y="249"/>
                    <a:pt x="92" y="256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CA29777D-3DDB-40B1-A949-832B1B2897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52600" y="4413251"/>
              <a:ext cx="60325" cy="307975"/>
            </a:xfrm>
            <a:custGeom>
              <a:avLst/>
              <a:gdLst>
                <a:gd name="T0" fmla="*/ 0 w 38"/>
                <a:gd name="T1" fmla="*/ 31 h 194"/>
                <a:gd name="T2" fmla="*/ 0 w 38"/>
                <a:gd name="T3" fmla="*/ 0 h 194"/>
                <a:gd name="T4" fmla="*/ 38 w 38"/>
                <a:gd name="T5" fmla="*/ 0 h 194"/>
                <a:gd name="T6" fmla="*/ 38 w 38"/>
                <a:gd name="T7" fmla="*/ 31 h 194"/>
                <a:gd name="T8" fmla="*/ 0 w 38"/>
                <a:gd name="T9" fmla="*/ 31 h 194"/>
                <a:gd name="T10" fmla="*/ 38 w 38"/>
                <a:gd name="T11" fmla="*/ 53 h 194"/>
                <a:gd name="T12" fmla="*/ 38 w 38"/>
                <a:gd name="T13" fmla="*/ 194 h 194"/>
                <a:gd name="T14" fmla="*/ 0 w 38"/>
                <a:gd name="T15" fmla="*/ 194 h 194"/>
                <a:gd name="T16" fmla="*/ 0 w 38"/>
                <a:gd name="T17" fmla="*/ 53 h 194"/>
                <a:gd name="T18" fmla="*/ 38 w 38"/>
                <a:gd name="T19" fmla="*/ 53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194">
                  <a:moveTo>
                    <a:pt x="0" y="31"/>
                  </a:moveTo>
                  <a:lnTo>
                    <a:pt x="0" y="0"/>
                  </a:lnTo>
                  <a:lnTo>
                    <a:pt x="38" y="0"/>
                  </a:lnTo>
                  <a:lnTo>
                    <a:pt x="38" y="31"/>
                  </a:lnTo>
                  <a:lnTo>
                    <a:pt x="0" y="31"/>
                  </a:lnTo>
                  <a:close/>
                  <a:moveTo>
                    <a:pt x="38" y="53"/>
                  </a:moveTo>
                  <a:lnTo>
                    <a:pt x="38" y="194"/>
                  </a:lnTo>
                  <a:lnTo>
                    <a:pt x="0" y="194"/>
                  </a:lnTo>
                  <a:lnTo>
                    <a:pt x="0" y="53"/>
                  </a:lnTo>
                  <a:lnTo>
                    <a:pt x="38" y="5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DE079AB5-C2C7-4C68-91EA-055CF3721E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54200" y="4491038"/>
              <a:ext cx="209550" cy="230188"/>
            </a:xfrm>
            <a:custGeom>
              <a:avLst/>
              <a:gdLst>
                <a:gd name="T0" fmla="*/ 86 w 308"/>
                <a:gd name="T1" fmla="*/ 9 h 337"/>
                <a:gd name="T2" fmla="*/ 86 w 308"/>
                <a:gd name="T3" fmla="*/ 55 h 337"/>
                <a:gd name="T4" fmla="*/ 88 w 308"/>
                <a:gd name="T5" fmla="*/ 55 h 337"/>
                <a:gd name="T6" fmla="*/ 132 w 308"/>
                <a:gd name="T7" fmla="*/ 13 h 337"/>
                <a:gd name="T8" fmla="*/ 188 w 308"/>
                <a:gd name="T9" fmla="*/ 0 h 337"/>
                <a:gd name="T10" fmla="*/ 248 w 308"/>
                <a:gd name="T11" fmla="*/ 10 h 337"/>
                <a:gd name="T12" fmla="*/ 284 w 308"/>
                <a:gd name="T13" fmla="*/ 37 h 337"/>
                <a:gd name="T14" fmla="*/ 303 w 308"/>
                <a:gd name="T15" fmla="*/ 80 h 337"/>
                <a:gd name="T16" fmla="*/ 308 w 308"/>
                <a:gd name="T17" fmla="*/ 135 h 337"/>
                <a:gd name="T18" fmla="*/ 308 w 308"/>
                <a:gd name="T19" fmla="*/ 337 h 337"/>
                <a:gd name="T20" fmla="*/ 218 w 308"/>
                <a:gd name="T21" fmla="*/ 337 h 337"/>
                <a:gd name="T22" fmla="*/ 218 w 308"/>
                <a:gd name="T23" fmla="*/ 152 h 337"/>
                <a:gd name="T24" fmla="*/ 205 w 308"/>
                <a:gd name="T25" fmla="*/ 91 h 337"/>
                <a:gd name="T26" fmla="*/ 160 w 308"/>
                <a:gd name="T27" fmla="*/ 71 h 337"/>
                <a:gd name="T28" fmla="*/ 107 w 308"/>
                <a:gd name="T29" fmla="*/ 93 h 337"/>
                <a:gd name="T30" fmla="*/ 90 w 308"/>
                <a:gd name="T31" fmla="*/ 165 h 337"/>
                <a:gd name="T32" fmla="*/ 90 w 308"/>
                <a:gd name="T33" fmla="*/ 337 h 337"/>
                <a:gd name="T34" fmla="*/ 0 w 308"/>
                <a:gd name="T35" fmla="*/ 337 h 337"/>
                <a:gd name="T36" fmla="*/ 0 w 308"/>
                <a:gd name="T37" fmla="*/ 9 h 337"/>
                <a:gd name="T38" fmla="*/ 86 w 308"/>
                <a:gd name="T39" fmla="*/ 9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08" h="337">
                  <a:moveTo>
                    <a:pt x="86" y="9"/>
                  </a:moveTo>
                  <a:cubicBezTo>
                    <a:pt x="86" y="55"/>
                    <a:pt x="86" y="55"/>
                    <a:pt x="86" y="55"/>
                  </a:cubicBezTo>
                  <a:cubicBezTo>
                    <a:pt x="88" y="55"/>
                    <a:pt x="88" y="55"/>
                    <a:pt x="88" y="55"/>
                  </a:cubicBezTo>
                  <a:cubicBezTo>
                    <a:pt x="99" y="36"/>
                    <a:pt x="114" y="22"/>
                    <a:pt x="132" y="13"/>
                  </a:cubicBezTo>
                  <a:cubicBezTo>
                    <a:pt x="151" y="4"/>
                    <a:pt x="169" y="0"/>
                    <a:pt x="188" y="0"/>
                  </a:cubicBezTo>
                  <a:cubicBezTo>
                    <a:pt x="212" y="0"/>
                    <a:pt x="232" y="3"/>
                    <a:pt x="248" y="10"/>
                  </a:cubicBezTo>
                  <a:cubicBezTo>
                    <a:pt x="263" y="17"/>
                    <a:pt x="275" y="26"/>
                    <a:pt x="284" y="37"/>
                  </a:cubicBezTo>
                  <a:cubicBezTo>
                    <a:pt x="293" y="49"/>
                    <a:pt x="299" y="63"/>
                    <a:pt x="303" y="80"/>
                  </a:cubicBezTo>
                  <a:cubicBezTo>
                    <a:pt x="306" y="97"/>
                    <a:pt x="308" y="115"/>
                    <a:pt x="308" y="135"/>
                  </a:cubicBezTo>
                  <a:cubicBezTo>
                    <a:pt x="308" y="337"/>
                    <a:pt x="308" y="337"/>
                    <a:pt x="308" y="337"/>
                  </a:cubicBezTo>
                  <a:cubicBezTo>
                    <a:pt x="218" y="337"/>
                    <a:pt x="218" y="337"/>
                    <a:pt x="218" y="337"/>
                  </a:cubicBezTo>
                  <a:cubicBezTo>
                    <a:pt x="218" y="152"/>
                    <a:pt x="218" y="152"/>
                    <a:pt x="218" y="152"/>
                  </a:cubicBezTo>
                  <a:cubicBezTo>
                    <a:pt x="218" y="125"/>
                    <a:pt x="214" y="105"/>
                    <a:pt x="205" y="91"/>
                  </a:cubicBezTo>
                  <a:cubicBezTo>
                    <a:pt x="197" y="78"/>
                    <a:pt x="182" y="71"/>
                    <a:pt x="160" y="71"/>
                  </a:cubicBezTo>
                  <a:cubicBezTo>
                    <a:pt x="136" y="71"/>
                    <a:pt x="118" y="79"/>
                    <a:pt x="107" y="93"/>
                  </a:cubicBezTo>
                  <a:cubicBezTo>
                    <a:pt x="96" y="108"/>
                    <a:pt x="90" y="132"/>
                    <a:pt x="90" y="165"/>
                  </a:cubicBezTo>
                  <a:cubicBezTo>
                    <a:pt x="90" y="337"/>
                    <a:pt x="90" y="337"/>
                    <a:pt x="90" y="337"/>
                  </a:cubicBezTo>
                  <a:cubicBezTo>
                    <a:pt x="0" y="337"/>
                    <a:pt x="0" y="337"/>
                    <a:pt x="0" y="337"/>
                  </a:cubicBezTo>
                  <a:cubicBezTo>
                    <a:pt x="0" y="9"/>
                    <a:pt x="0" y="9"/>
                    <a:pt x="0" y="9"/>
                  </a:cubicBezTo>
                  <a:lnTo>
                    <a:pt x="86" y="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13824EBB-9A38-4CE9-99A1-2981DA41A39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92325" y="4491038"/>
              <a:ext cx="222250" cy="236538"/>
            </a:xfrm>
            <a:custGeom>
              <a:avLst/>
              <a:gdLst>
                <a:gd name="T0" fmla="*/ 112 w 328"/>
                <a:gd name="T1" fmla="*/ 259 h 346"/>
                <a:gd name="T2" fmla="*/ 170 w 328"/>
                <a:gd name="T3" fmla="*/ 278 h 346"/>
                <a:gd name="T4" fmla="*/ 217 w 328"/>
                <a:gd name="T5" fmla="*/ 265 h 346"/>
                <a:gd name="T6" fmla="*/ 241 w 328"/>
                <a:gd name="T7" fmla="*/ 236 h 346"/>
                <a:gd name="T8" fmla="*/ 321 w 328"/>
                <a:gd name="T9" fmla="*/ 236 h 346"/>
                <a:gd name="T10" fmla="*/ 262 w 328"/>
                <a:gd name="T11" fmla="*/ 320 h 346"/>
                <a:gd name="T12" fmla="*/ 167 w 328"/>
                <a:gd name="T13" fmla="*/ 346 h 346"/>
                <a:gd name="T14" fmla="*/ 97 w 328"/>
                <a:gd name="T15" fmla="*/ 333 h 346"/>
                <a:gd name="T16" fmla="*/ 45 w 328"/>
                <a:gd name="T17" fmla="*/ 298 h 346"/>
                <a:gd name="T18" fmla="*/ 11 w 328"/>
                <a:gd name="T19" fmla="*/ 243 h 346"/>
                <a:gd name="T20" fmla="*/ 0 w 328"/>
                <a:gd name="T21" fmla="*/ 173 h 346"/>
                <a:gd name="T22" fmla="*/ 12 w 328"/>
                <a:gd name="T23" fmla="*/ 105 h 346"/>
                <a:gd name="T24" fmla="*/ 46 w 328"/>
                <a:gd name="T25" fmla="*/ 50 h 346"/>
                <a:gd name="T26" fmla="*/ 99 w 328"/>
                <a:gd name="T27" fmla="*/ 13 h 346"/>
                <a:gd name="T28" fmla="*/ 167 w 328"/>
                <a:gd name="T29" fmla="*/ 0 h 346"/>
                <a:gd name="T30" fmla="*/ 240 w 328"/>
                <a:gd name="T31" fmla="*/ 16 h 346"/>
                <a:gd name="T32" fmla="*/ 291 w 328"/>
                <a:gd name="T33" fmla="*/ 60 h 346"/>
                <a:gd name="T34" fmla="*/ 320 w 328"/>
                <a:gd name="T35" fmla="*/ 122 h 346"/>
                <a:gd name="T36" fmla="*/ 327 w 328"/>
                <a:gd name="T37" fmla="*/ 195 h 346"/>
                <a:gd name="T38" fmla="*/ 90 w 328"/>
                <a:gd name="T39" fmla="*/ 195 h 346"/>
                <a:gd name="T40" fmla="*/ 112 w 328"/>
                <a:gd name="T41" fmla="*/ 259 h 346"/>
                <a:gd name="T42" fmla="*/ 214 w 328"/>
                <a:gd name="T43" fmla="*/ 86 h 346"/>
                <a:gd name="T44" fmla="*/ 165 w 328"/>
                <a:gd name="T45" fmla="*/ 68 h 346"/>
                <a:gd name="T46" fmla="*/ 129 w 328"/>
                <a:gd name="T47" fmla="*/ 75 h 346"/>
                <a:gd name="T48" fmla="*/ 106 w 328"/>
                <a:gd name="T49" fmla="*/ 93 h 346"/>
                <a:gd name="T50" fmla="*/ 94 w 328"/>
                <a:gd name="T51" fmla="*/ 116 h 346"/>
                <a:gd name="T52" fmla="*/ 90 w 328"/>
                <a:gd name="T53" fmla="*/ 138 h 346"/>
                <a:gd name="T54" fmla="*/ 236 w 328"/>
                <a:gd name="T55" fmla="*/ 138 h 346"/>
                <a:gd name="T56" fmla="*/ 214 w 328"/>
                <a:gd name="T57" fmla="*/ 86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28" h="346">
                  <a:moveTo>
                    <a:pt x="112" y="259"/>
                  </a:moveTo>
                  <a:cubicBezTo>
                    <a:pt x="126" y="272"/>
                    <a:pt x="145" y="278"/>
                    <a:pt x="170" y="278"/>
                  </a:cubicBezTo>
                  <a:cubicBezTo>
                    <a:pt x="189" y="278"/>
                    <a:pt x="204" y="274"/>
                    <a:pt x="217" y="265"/>
                  </a:cubicBezTo>
                  <a:cubicBezTo>
                    <a:pt x="230" y="255"/>
                    <a:pt x="239" y="246"/>
                    <a:pt x="241" y="236"/>
                  </a:cubicBezTo>
                  <a:cubicBezTo>
                    <a:pt x="321" y="236"/>
                    <a:pt x="321" y="236"/>
                    <a:pt x="321" y="236"/>
                  </a:cubicBezTo>
                  <a:cubicBezTo>
                    <a:pt x="308" y="275"/>
                    <a:pt x="289" y="303"/>
                    <a:pt x="262" y="320"/>
                  </a:cubicBezTo>
                  <a:cubicBezTo>
                    <a:pt x="236" y="337"/>
                    <a:pt x="204" y="346"/>
                    <a:pt x="167" y="346"/>
                  </a:cubicBezTo>
                  <a:cubicBezTo>
                    <a:pt x="141" y="346"/>
                    <a:pt x="118" y="341"/>
                    <a:pt x="97" y="333"/>
                  </a:cubicBezTo>
                  <a:cubicBezTo>
                    <a:pt x="77" y="325"/>
                    <a:pt x="59" y="313"/>
                    <a:pt x="45" y="298"/>
                  </a:cubicBezTo>
                  <a:cubicBezTo>
                    <a:pt x="30" y="283"/>
                    <a:pt x="19" y="264"/>
                    <a:pt x="11" y="243"/>
                  </a:cubicBezTo>
                  <a:cubicBezTo>
                    <a:pt x="3" y="222"/>
                    <a:pt x="0" y="199"/>
                    <a:pt x="0" y="173"/>
                  </a:cubicBezTo>
                  <a:cubicBezTo>
                    <a:pt x="0" y="149"/>
                    <a:pt x="4" y="126"/>
                    <a:pt x="12" y="105"/>
                  </a:cubicBezTo>
                  <a:cubicBezTo>
                    <a:pt x="20" y="84"/>
                    <a:pt x="31" y="65"/>
                    <a:pt x="46" y="50"/>
                  </a:cubicBezTo>
                  <a:cubicBezTo>
                    <a:pt x="61" y="35"/>
                    <a:pt x="78" y="22"/>
                    <a:pt x="99" y="13"/>
                  </a:cubicBezTo>
                  <a:cubicBezTo>
                    <a:pt x="119" y="5"/>
                    <a:pt x="142" y="0"/>
                    <a:pt x="167" y="0"/>
                  </a:cubicBezTo>
                  <a:cubicBezTo>
                    <a:pt x="195" y="0"/>
                    <a:pt x="219" y="6"/>
                    <a:pt x="240" y="16"/>
                  </a:cubicBezTo>
                  <a:cubicBezTo>
                    <a:pt x="261" y="27"/>
                    <a:pt x="278" y="42"/>
                    <a:pt x="291" y="60"/>
                  </a:cubicBezTo>
                  <a:cubicBezTo>
                    <a:pt x="305" y="78"/>
                    <a:pt x="314" y="99"/>
                    <a:pt x="320" y="122"/>
                  </a:cubicBezTo>
                  <a:cubicBezTo>
                    <a:pt x="326" y="145"/>
                    <a:pt x="328" y="170"/>
                    <a:pt x="327" y="195"/>
                  </a:cubicBezTo>
                  <a:cubicBezTo>
                    <a:pt x="90" y="195"/>
                    <a:pt x="90" y="195"/>
                    <a:pt x="90" y="195"/>
                  </a:cubicBezTo>
                  <a:cubicBezTo>
                    <a:pt x="91" y="224"/>
                    <a:pt x="98" y="245"/>
                    <a:pt x="112" y="259"/>
                  </a:cubicBezTo>
                  <a:close/>
                  <a:moveTo>
                    <a:pt x="214" y="86"/>
                  </a:moveTo>
                  <a:cubicBezTo>
                    <a:pt x="203" y="74"/>
                    <a:pt x="187" y="68"/>
                    <a:pt x="165" y="68"/>
                  </a:cubicBezTo>
                  <a:cubicBezTo>
                    <a:pt x="150" y="68"/>
                    <a:pt x="138" y="71"/>
                    <a:pt x="129" y="75"/>
                  </a:cubicBezTo>
                  <a:cubicBezTo>
                    <a:pt x="119" y="80"/>
                    <a:pt x="112" y="86"/>
                    <a:pt x="106" y="93"/>
                  </a:cubicBezTo>
                  <a:cubicBezTo>
                    <a:pt x="100" y="101"/>
                    <a:pt x="96" y="108"/>
                    <a:pt x="94" y="116"/>
                  </a:cubicBezTo>
                  <a:cubicBezTo>
                    <a:pt x="92" y="124"/>
                    <a:pt x="90" y="132"/>
                    <a:pt x="90" y="138"/>
                  </a:cubicBezTo>
                  <a:cubicBezTo>
                    <a:pt x="236" y="138"/>
                    <a:pt x="236" y="138"/>
                    <a:pt x="236" y="138"/>
                  </a:cubicBezTo>
                  <a:cubicBezTo>
                    <a:pt x="232" y="115"/>
                    <a:pt x="225" y="98"/>
                    <a:pt x="214" y="86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sp>
          <p:nvSpPr>
            <p:cNvPr id="32" name="Freeform 11">
              <a:extLst>
                <a:ext uri="{FF2B5EF4-FFF2-40B4-BE49-F238E27FC236}">
                  <a16:creationId xmlns:a16="http://schemas.microsoft.com/office/drawing/2014/main" id="{E1FB89B6-10AC-42EB-B7F3-14C6F4A687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30450" y="4491038"/>
              <a:ext cx="206375" cy="236538"/>
            </a:xfrm>
            <a:custGeom>
              <a:avLst/>
              <a:gdLst>
                <a:gd name="T0" fmla="*/ 92 w 304"/>
                <a:gd name="T1" fmla="*/ 256 h 346"/>
                <a:gd name="T2" fmla="*/ 107 w 304"/>
                <a:gd name="T3" fmla="*/ 273 h 346"/>
                <a:gd name="T4" fmla="*/ 129 w 304"/>
                <a:gd name="T5" fmla="*/ 283 h 346"/>
                <a:gd name="T6" fmla="*/ 155 w 304"/>
                <a:gd name="T7" fmla="*/ 286 h 346"/>
                <a:gd name="T8" fmla="*/ 175 w 304"/>
                <a:gd name="T9" fmla="*/ 284 h 346"/>
                <a:gd name="T10" fmla="*/ 194 w 304"/>
                <a:gd name="T11" fmla="*/ 277 h 346"/>
                <a:gd name="T12" fmla="*/ 208 w 304"/>
                <a:gd name="T13" fmla="*/ 264 h 346"/>
                <a:gd name="T14" fmla="*/ 214 w 304"/>
                <a:gd name="T15" fmla="*/ 244 h 346"/>
                <a:gd name="T16" fmla="*/ 187 w 304"/>
                <a:gd name="T17" fmla="*/ 213 h 346"/>
                <a:gd name="T18" fmla="*/ 112 w 304"/>
                <a:gd name="T19" fmla="*/ 193 h 346"/>
                <a:gd name="T20" fmla="*/ 73 w 304"/>
                <a:gd name="T21" fmla="*/ 183 h 346"/>
                <a:gd name="T22" fmla="*/ 40 w 304"/>
                <a:gd name="T23" fmla="*/ 167 h 346"/>
                <a:gd name="T24" fmla="*/ 16 w 304"/>
                <a:gd name="T25" fmla="*/ 142 h 346"/>
                <a:gd name="T26" fmla="*/ 8 w 304"/>
                <a:gd name="T27" fmla="*/ 106 h 346"/>
                <a:gd name="T28" fmla="*/ 20 w 304"/>
                <a:gd name="T29" fmla="*/ 53 h 346"/>
                <a:gd name="T30" fmla="*/ 53 w 304"/>
                <a:gd name="T31" fmla="*/ 21 h 346"/>
                <a:gd name="T32" fmla="*/ 98 w 304"/>
                <a:gd name="T33" fmla="*/ 5 h 346"/>
                <a:gd name="T34" fmla="*/ 150 w 304"/>
                <a:gd name="T35" fmla="*/ 0 h 346"/>
                <a:gd name="T36" fmla="*/ 202 w 304"/>
                <a:gd name="T37" fmla="*/ 5 h 346"/>
                <a:gd name="T38" fmla="*/ 247 w 304"/>
                <a:gd name="T39" fmla="*/ 22 h 346"/>
                <a:gd name="T40" fmla="*/ 280 w 304"/>
                <a:gd name="T41" fmla="*/ 54 h 346"/>
                <a:gd name="T42" fmla="*/ 295 w 304"/>
                <a:gd name="T43" fmla="*/ 105 h 346"/>
                <a:gd name="T44" fmla="*/ 210 w 304"/>
                <a:gd name="T45" fmla="*/ 105 h 346"/>
                <a:gd name="T46" fmla="*/ 190 w 304"/>
                <a:gd name="T47" fmla="*/ 70 h 346"/>
                <a:gd name="T48" fmla="*/ 148 w 304"/>
                <a:gd name="T49" fmla="*/ 60 h 346"/>
                <a:gd name="T50" fmla="*/ 131 w 304"/>
                <a:gd name="T51" fmla="*/ 61 h 346"/>
                <a:gd name="T52" fmla="*/ 115 w 304"/>
                <a:gd name="T53" fmla="*/ 66 h 346"/>
                <a:gd name="T54" fmla="*/ 103 w 304"/>
                <a:gd name="T55" fmla="*/ 75 h 346"/>
                <a:gd name="T56" fmla="*/ 98 w 304"/>
                <a:gd name="T57" fmla="*/ 91 h 346"/>
                <a:gd name="T58" fmla="*/ 107 w 304"/>
                <a:gd name="T59" fmla="*/ 111 h 346"/>
                <a:gd name="T60" fmla="*/ 130 w 304"/>
                <a:gd name="T61" fmla="*/ 123 h 346"/>
                <a:gd name="T62" fmla="*/ 163 w 304"/>
                <a:gd name="T63" fmla="*/ 132 h 346"/>
                <a:gd name="T64" fmla="*/ 200 w 304"/>
                <a:gd name="T65" fmla="*/ 140 h 346"/>
                <a:gd name="T66" fmla="*/ 238 w 304"/>
                <a:gd name="T67" fmla="*/ 151 h 346"/>
                <a:gd name="T68" fmla="*/ 272 w 304"/>
                <a:gd name="T69" fmla="*/ 167 h 346"/>
                <a:gd name="T70" fmla="*/ 295 w 304"/>
                <a:gd name="T71" fmla="*/ 193 h 346"/>
                <a:gd name="T72" fmla="*/ 304 w 304"/>
                <a:gd name="T73" fmla="*/ 232 h 346"/>
                <a:gd name="T74" fmla="*/ 291 w 304"/>
                <a:gd name="T75" fmla="*/ 286 h 346"/>
                <a:gd name="T76" fmla="*/ 257 w 304"/>
                <a:gd name="T77" fmla="*/ 321 h 346"/>
                <a:gd name="T78" fmla="*/ 209 w 304"/>
                <a:gd name="T79" fmla="*/ 340 h 346"/>
                <a:gd name="T80" fmla="*/ 154 w 304"/>
                <a:gd name="T81" fmla="*/ 346 h 346"/>
                <a:gd name="T82" fmla="*/ 98 w 304"/>
                <a:gd name="T83" fmla="*/ 340 h 346"/>
                <a:gd name="T84" fmla="*/ 50 w 304"/>
                <a:gd name="T85" fmla="*/ 321 h 346"/>
                <a:gd name="T86" fmla="*/ 15 w 304"/>
                <a:gd name="T87" fmla="*/ 286 h 346"/>
                <a:gd name="T88" fmla="*/ 0 w 304"/>
                <a:gd name="T89" fmla="*/ 231 h 346"/>
                <a:gd name="T90" fmla="*/ 86 w 304"/>
                <a:gd name="T91" fmla="*/ 231 h 346"/>
                <a:gd name="T92" fmla="*/ 92 w 304"/>
                <a:gd name="T93" fmla="*/ 256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04" h="346">
                  <a:moveTo>
                    <a:pt x="92" y="256"/>
                  </a:moveTo>
                  <a:cubicBezTo>
                    <a:pt x="96" y="263"/>
                    <a:pt x="101" y="268"/>
                    <a:pt x="107" y="273"/>
                  </a:cubicBezTo>
                  <a:cubicBezTo>
                    <a:pt x="114" y="277"/>
                    <a:pt x="121" y="281"/>
                    <a:pt x="129" y="283"/>
                  </a:cubicBezTo>
                  <a:cubicBezTo>
                    <a:pt x="137" y="285"/>
                    <a:pt x="146" y="286"/>
                    <a:pt x="155" y="286"/>
                  </a:cubicBezTo>
                  <a:cubicBezTo>
                    <a:pt x="161" y="286"/>
                    <a:pt x="168" y="285"/>
                    <a:pt x="175" y="284"/>
                  </a:cubicBezTo>
                  <a:cubicBezTo>
                    <a:pt x="182" y="282"/>
                    <a:pt x="188" y="280"/>
                    <a:pt x="194" y="277"/>
                  </a:cubicBezTo>
                  <a:cubicBezTo>
                    <a:pt x="200" y="273"/>
                    <a:pt x="204" y="269"/>
                    <a:pt x="208" y="264"/>
                  </a:cubicBezTo>
                  <a:cubicBezTo>
                    <a:pt x="212" y="259"/>
                    <a:pt x="214" y="252"/>
                    <a:pt x="214" y="244"/>
                  </a:cubicBezTo>
                  <a:cubicBezTo>
                    <a:pt x="214" y="230"/>
                    <a:pt x="205" y="220"/>
                    <a:pt x="187" y="213"/>
                  </a:cubicBezTo>
                  <a:cubicBezTo>
                    <a:pt x="169" y="207"/>
                    <a:pt x="144" y="200"/>
                    <a:pt x="112" y="193"/>
                  </a:cubicBezTo>
                  <a:cubicBezTo>
                    <a:pt x="99" y="190"/>
                    <a:pt x="86" y="187"/>
                    <a:pt x="73" y="183"/>
                  </a:cubicBezTo>
                  <a:cubicBezTo>
                    <a:pt x="61" y="179"/>
                    <a:pt x="50" y="173"/>
                    <a:pt x="40" y="167"/>
                  </a:cubicBezTo>
                  <a:cubicBezTo>
                    <a:pt x="30" y="160"/>
                    <a:pt x="22" y="152"/>
                    <a:pt x="16" y="142"/>
                  </a:cubicBezTo>
                  <a:cubicBezTo>
                    <a:pt x="11" y="132"/>
                    <a:pt x="8" y="120"/>
                    <a:pt x="8" y="106"/>
                  </a:cubicBezTo>
                  <a:cubicBezTo>
                    <a:pt x="8" y="84"/>
                    <a:pt x="12" y="67"/>
                    <a:pt x="20" y="53"/>
                  </a:cubicBezTo>
                  <a:cubicBezTo>
                    <a:pt x="28" y="40"/>
                    <a:pt x="39" y="29"/>
                    <a:pt x="53" y="21"/>
                  </a:cubicBezTo>
                  <a:cubicBezTo>
                    <a:pt x="66" y="14"/>
                    <a:pt x="81" y="8"/>
                    <a:pt x="98" y="5"/>
                  </a:cubicBezTo>
                  <a:cubicBezTo>
                    <a:pt x="115" y="2"/>
                    <a:pt x="133" y="0"/>
                    <a:pt x="150" y="0"/>
                  </a:cubicBezTo>
                  <a:cubicBezTo>
                    <a:pt x="168" y="0"/>
                    <a:pt x="185" y="2"/>
                    <a:pt x="202" y="5"/>
                  </a:cubicBezTo>
                  <a:cubicBezTo>
                    <a:pt x="219" y="9"/>
                    <a:pt x="234" y="14"/>
                    <a:pt x="247" y="22"/>
                  </a:cubicBezTo>
                  <a:cubicBezTo>
                    <a:pt x="260" y="30"/>
                    <a:pt x="271" y="41"/>
                    <a:pt x="280" y="54"/>
                  </a:cubicBezTo>
                  <a:cubicBezTo>
                    <a:pt x="288" y="68"/>
                    <a:pt x="294" y="85"/>
                    <a:pt x="295" y="105"/>
                  </a:cubicBezTo>
                  <a:cubicBezTo>
                    <a:pt x="210" y="105"/>
                    <a:pt x="210" y="105"/>
                    <a:pt x="210" y="105"/>
                  </a:cubicBezTo>
                  <a:cubicBezTo>
                    <a:pt x="208" y="88"/>
                    <a:pt x="202" y="76"/>
                    <a:pt x="190" y="70"/>
                  </a:cubicBezTo>
                  <a:cubicBezTo>
                    <a:pt x="178" y="64"/>
                    <a:pt x="164" y="60"/>
                    <a:pt x="148" y="60"/>
                  </a:cubicBezTo>
                  <a:cubicBezTo>
                    <a:pt x="143" y="60"/>
                    <a:pt x="137" y="61"/>
                    <a:pt x="131" y="61"/>
                  </a:cubicBezTo>
                  <a:cubicBezTo>
                    <a:pt x="125" y="62"/>
                    <a:pt x="120" y="63"/>
                    <a:pt x="115" y="66"/>
                  </a:cubicBezTo>
                  <a:cubicBezTo>
                    <a:pt x="110" y="68"/>
                    <a:pt x="106" y="71"/>
                    <a:pt x="103" y="75"/>
                  </a:cubicBezTo>
                  <a:cubicBezTo>
                    <a:pt x="99" y="79"/>
                    <a:pt x="98" y="84"/>
                    <a:pt x="98" y="91"/>
                  </a:cubicBezTo>
                  <a:cubicBezTo>
                    <a:pt x="98" y="99"/>
                    <a:pt x="101" y="106"/>
                    <a:pt x="107" y="111"/>
                  </a:cubicBezTo>
                  <a:cubicBezTo>
                    <a:pt x="113" y="116"/>
                    <a:pt x="120" y="120"/>
                    <a:pt x="130" y="123"/>
                  </a:cubicBezTo>
                  <a:cubicBezTo>
                    <a:pt x="139" y="126"/>
                    <a:pt x="150" y="129"/>
                    <a:pt x="163" y="132"/>
                  </a:cubicBezTo>
                  <a:cubicBezTo>
                    <a:pt x="175" y="134"/>
                    <a:pt x="187" y="137"/>
                    <a:pt x="200" y="140"/>
                  </a:cubicBezTo>
                  <a:cubicBezTo>
                    <a:pt x="213" y="143"/>
                    <a:pt x="226" y="146"/>
                    <a:pt x="238" y="151"/>
                  </a:cubicBezTo>
                  <a:cubicBezTo>
                    <a:pt x="251" y="155"/>
                    <a:pt x="262" y="160"/>
                    <a:pt x="272" y="167"/>
                  </a:cubicBezTo>
                  <a:cubicBezTo>
                    <a:pt x="281" y="174"/>
                    <a:pt x="289" y="183"/>
                    <a:pt x="295" y="193"/>
                  </a:cubicBezTo>
                  <a:cubicBezTo>
                    <a:pt x="301" y="204"/>
                    <a:pt x="304" y="217"/>
                    <a:pt x="304" y="232"/>
                  </a:cubicBezTo>
                  <a:cubicBezTo>
                    <a:pt x="304" y="253"/>
                    <a:pt x="300" y="272"/>
                    <a:pt x="291" y="286"/>
                  </a:cubicBezTo>
                  <a:cubicBezTo>
                    <a:pt x="282" y="301"/>
                    <a:pt x="271" y="313"/>
                    <a:pt x="257" y="321"/>
                  </a:cubicBezTo>
                  <a:cubicBezTo>
                    <a:pt x="243" y="330"/>
                    <a:pt x="227" y="337"/>
                    <a:pt x="209" y="340"/>
                  </a:cubicBezTo>
                  <a:cubicBezTo>
                    <a:pt x="191" y="344"/>
                    <a:pt x="173" y="346"/>
                    <a:pt x="154" y="346"/>
                  </a:cubicBezTo>
                  <a:cubicBezTo>
                    <a:pt x="135" y="346"/>
                    <a:pt x="117" y="344"/>
                    <a:pt x="98" y="340"/>
                  </a:cubicBezTo>
                  <a:cubicBezTo>
                    <a:pt x="80" y="336"/>
                    <a:pt x="64" y="330"/>
                    <a:pt x="50" y="321"/>
                  </a:cubicBezTo>
                  <a:cubicBezTo>
                    <a:pt x="36" y="312"/>
                    <a:pt x="24" y="300"/>
                    <a:pt x="15" y="286"/>
                  </a:cubicBezTo>
                  <a:cubicBezTo>
                    <a:pt x="6" y="271"/>
                    <a:pt x="1" y="253"/>
                    <a:pt x="0" y="231"/>
                  </a:cubicBezTo>
                  <a:cubicBezTo>
                    <a:pt x="86" y="231"/>
                    <a:pt x="86" y="231"/>
                    <a:pt x="86" y="231"/>
                  </a:cubicBezTo>
                  <a:cubicBezTo>
                    <a:pt x="86" y="240"/>
                    <a:pt x="88" y="249"/>
                    <a:pt x="92" y="256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sp>
          <p:nvSpPr>
            <p:cNvPr id="33" name="Freeform 12">
              <a:extLst>
                <a:ext uri="{FF2B5EF4-FFF2-40B4-BE49-F238E27FC236}">
                  <a16:creationId xmlns:a16="http://schemas.microsoft.com/office/drawing/2014/main" id="{3E6B9B1D-1721-49CD-9807-AB8E27D7AA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5875" y="4491038"/>
              <a:ext cx="206375" cy="236538"/>
            </a:xfrm>
            <a:custGeom>
              <a:avLst/>
              <a:gdLst>
                <a:gd name="T0" fmla="*/ 92 w 304"/>
                <a:gd name="T1" fmla="*/ 256 h 346"/>
                <a:gd name="T2" fmla="*/ 107 w 304"/>
                <a:gd name="T3" fmla="*/ 273 h 346"/>
                <a:gd name="T4" fmla="*/ 129 w 304"/>
                <a:gd name="T5" fmla="*/ 283 h 346"/>
                <a:gd name="T6" fmla="*/ 155 w 304"/>
                <a:gd name="T7" fmla="*/ 286 h 346"/>
                <a:gd name="T8" fmla="*/ 175 w 304"/>
                <a:gd name="T9" fmla="*/ 284 h 346"/>
                <a:gd name="T10" fmla="*/ 194 w 304"/>
                <a:gd name="T11" fmla="*/ 277 h 346"/>
                <a:gd name="T12" fmla="*/ 208 w 304"/>
                <a:gd name="T13" fmla="*/ 264 h 346"/>
                <a:gd name="T14" fmla="*/ 214 w 304"/>
                <a:gd name="T15" fmla="*/ 244 h 346"/>
                <a:gd name="T16" fmla="*/ 187 w 304"/>
                <a:gd name="T17" fmla="*/ 213 h 346"/>
                <a:gd name="T18" fmla="*/ 112 w 304"/>
                <a:gd name="T19" fmla="*/ 193 h 346"/>
                <a:gd name="T20" fmla="*/ 73 w 304"/>
                <a:gd name="T21" fmla="*/ 183 h 346"/>
                <a:gd name="T22" fmla="*/ 40 w 304"/>
                <a:gd name="T23" fmla="*/ 167 h 346"/>
                <a:gd name="T24" fmla="*/ 16 w 304"/>
                <a:gd name="T25" fmla="*/ 142 h 346"/>
                <a:gd name="T26" fmla="*/ 8 w 304"/>
                <a:gd name="T27" fmla="*/ 106 h 346"/>
                <a:gd name="T28" fmla="*/ 20 w 304"/>
                <a:gd name="T29" fmla="*/ 53 h 346"/>
                <a:gd name="T30" fmla="*/ 53 w 304"/>
                <a:gd name="T31" fmla="*/ 21 h 346"/>
                <a:gd name="T32" fmla="*/ 98 w 304"/>
                <a:gd name="T33" fmla="*/ 5 h 346"/>
                <a:gd name="T34" fmla="*/ 150 w 304"/>
                <a:gd name="T35" fmla="*/ 0 h 346"/>
                <a:gd name="T36" fmla="*/ 202 w 304"/>
                <a:gd name="T37" fmla="*/ 5 h 346"/>
                <a:gd name="T38" fmla="*/ 247 w 304"/>
                <a:gd name="T39" fmla="*/ 22 h 346"/>
                <a:gd name="T40" fmla="*/ 280 w 304"/>
                <a:gd name="T41" fmla="*/ 54 h 346"/>
                <a:gd name="T42" fmla="*/ 295 w 304"/>
                <a:gd name="T43" fmla="*/ 105 h 346"/>
                <a:gd name="T44" fmla="*/ 209 w 304"/>
                <a:gd name="T45" fmla="*/ 105 h 346"/>
                <a:gd name="T46" fmla="*/ 190 w 304"/>
                <a:gd name="T47" fmla="*/ 70 h 346"/>
                <a:gd name="T48" fmla="*/ 148 w 304"/>
                <a:gd name="T49" fmla="*/ 60 h 346"/>
                <a:gd name="T50" fmla="*/ 131 w 304"/>
                <a:gd name="T51" fmla="*/ 61 h 346"/>
                <a:gd name="T52" fmla="*/ 115 w 304"/>
                <a:gd name="T53" fmla="*/ 66 h 346"/>
                <a:gd name="T54" fmla="*/ 103 w 304"/>
                <a:gd name="T55" fmla="*/ 75 h 346"/>
                <a:gd name="T56" fmla="*/ 98 w 304"/>
                <a:gd name="T57" fmla="*/ 91 h 346"/>
                <a:gd name="T58" fmla="*/ 107 w 304"/>
                <a:gd name="T59" fmla="*/ 111 h 346"/>
                <a:gd name="T60" fmla="*/ 130 w 304"/>
                <a:gd name="T61" fmla="*/ 123 h 346"/>
                <a:gd name="T62" fmla="*/ 162 w 304"/>
                <a:gd name="T63" fmla="*/ 132 h 346"/>
                <a:gd name="T64" fmla="*/ 200 w 304"/>
                <a:gd name="T65" fmla="*/ 140 h 346"/>
                <a:gd name="T66" fmla="*/ 238 w 304"/>
                <a:gd name="T67" fmla="*/ 151 h 346"/>
                <a:gd name="T68" fmla="*/ 272 w 304"/>
                <a:gd name="T69" fmla="*/ 167 h 346"/>
                <a:gd name="T70" fmla="*/ 295 w 304"/>
                <a:gd name="T71" fmla="*/ 193 h 346"/>
                <a:gd name="T72" fmla="*/ 304 w 304"/>
                <a:gd name="T73" fmla="*/ 232 h 346"/>
                <a:gd name="T74" fmla="*/ 291 w 304"/>
                <a:gd name="T75" fmla="*/ 286 h 346"/>
                <a:gd name="T76" fmla="*/ 257 w 304"/>
                <a:gd name="T77" fmla="*/ 321 h 346"/>
                <a:gd name="T78" fmla="*/ 209 w 304"/>
                <a:gd name="T79" fmla="*/ 340 h 346"/>
                <a:gd name="T80" fmla="*/ 154 w 304"/>
                <a:gd name="T81" fmla="*/ 346 h 346"/>
                <a:gd name="T82" fmla="*/ 98 w 304"/>
                <a:gd name="T83" fmla="*/ 340 h 346"/>
                <a:gd name="T84" fmla="*/ 50 w 304"/>
                <a:gd name="T85" fmla="*/ 321 h 346"/>
                <a:gd name="T86" fmla="*/ 15 w 304"/>
                <a:gd name="T87" fmla="*/ 286 h 346"/>
                <a:gd name="T88" fmla="*/ 0 w 304"/>
                <a:gd name="T89" fmla="*/ 231 h 346"/>
                <a:gd name="T90" fmla="*/ 86 w 304"/>
                <a:gd name="T91" fmla="*/ 231 h 346"/>
                <a:gd name="T92" fmla="*/ 92 w 304"/>
                <a:gd name="T93" fmla="*/ 256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04" h="346">
                  <a:moveTo>
                    <a:pt x="92" y="256"/>
                  </a:moveTo>
                  <a:cubicBezTo>
                    <a:pt x="96" y="263"/>
                    <a:pt x="101" y="268"/>
                    <a:pt x="107" y="273"/>
                  </a:cubicBezTo>
                  <a:cubicBezTo>
                    <a:pt x="114" y="277"/>
                    <a:pt x="121" y="281"/>
                    <a:pt x="129" y="283"/>
                  </a:cubicBezTo>
                  <a:cubicBezTo>
                    <a:pt x="137" y="285"/>
                    <a:pt x="146" y="286"/>
                    <a:pt x="155" y="286"/>
                  </a:cubicBezTo>
                  <a:cubicBezTo>
                    <a:pt x="161" y="286"/>
                    <a:pt x="168" y="285"/>
                    <a:pt x="175" y="284"/>
                  </a:cubicBezTo>
                  <a:cubicBezTo>
                    <a:pt x="182" y="282"/>
                    <a:pt x="188" y="280"/>
                    <a:pt x="194" y="277"/>
                  </a:cubicBezTo>
                  <a:cubicBezTo>
                    <a:pt x="200" y="273"/>
                    <a:pt x="204" y="269"/>
                    <a:pt x="208" y="264"/>
                  </a:cubicBezTo>
                  <a:cubicBezTo>
                    <a:pt x="212" y="259"/>
                    <a:pt x="214" y="252"/>
                    <a:pt x="214" y="244"/>
                  </a:cubicBezTo>
                  <a:cubicBezTo>
                    <a:pt x="214" y="230"/>
                    <a:pt x="205" y="220"/>
                    <a:pt x="187" y="213"/>
                  </a:cubicBezTo>
                  <a:cubicBezTo>
                    <a:pt x="169" y="207"/>
                    <a:pt x="144" y="200"/>
                    <a:pt x="112" y="193"/>
                  </a:cubicBezTo>
                  <a:cubicBezTo>
                    <a:pt x="99" y="190"/>
                    <a:pt x="86" y="187"/>
                    <a:pt x="73" y="183"/>
                  </a:cubicBezTo>
                  <a:cubicBezTo>
                    <a:pt x="61" y="179"/>
                    <a:pt x="50" y="173"/>
                    <a:pt x="40" y="167"/>
                  </a:cubicBezTo>
                  <a:cubicBezTo>
                    <a:pt x="30" y="160"/>
                    <a:pt x="22" y="152"/>
                    <a:pt x="16" y="142"/>
                  </a:cubicBezTo>
                  <a:cubicBezTo>
                    <a:pt x="11" y="132"/>
                    <a:pt x="8" y="120"/>
                    <a:pt x="8" y="106"/>
                  </a:cubicBezTo>
                  <a:cubicBezTo>
                    <a:pt x="8" y="84"/>
                    <a:pt x="12" y="67"/>
                    <a:pt x="20" y="53"/>
                  </a:cubicBezTo>
                  <a:cubicBezTo>
                    <a:pt x="28" y="40"/>
                    <a:pt x="39" y="29"/>
                    <a:pt x="53" y="21"/>
                  </a:cubicBezTo>
                  <a:cubicBezTo>
                    <a:pt x="66" y="14"/>
                    <a:pt x="81" y="8"/>
                    <a:pt x="98" y="5"/>
                  </a:cubicBezTo>
                  <a:cubicBezTo>
                    <a:pt x="115" y="2"/>
                    <a:pt x="133" y="0"/>
                    <a:pt x="150" y="0"/>
                  </a:cubicBezTo>
                  <a:cubicBezTo>
                    <a:pt x="168" y="0"/>
                    <a:pt x="185" y="2"/>
                    <a:pt x="202" y="5"/>
                  </a:cubicBezTo>
                  <a:cubicBezTo>
                    <a:pt x="219" y="9"/>
                    <a:pt x="234" y="14"/>
                    <a:pt x="247" y="22"/>
                  </a:cubicBezTo>
                  <a:cubicBezTo>
                    <a:pt x="260" y="30"/>
                    <a:pt x="271" y="41"/>
                    <a:pt x="280" y="54"/>
                  </a:cubicBezTo>
                  <a:cubicBezTo>
                    <a:pt x="288" y="68"/>
                    <a:pt x="294" y="85"/>
                    <a:pt x="295" y="105"/>
                  </a:cubicBezTo>
                  <a:cubicBezTo>
                    <a:pt x="209" y="105"/>
                    <a:pt x="209" y="105"/>
                    <a:pt x="209" y="105"/>
                  </a:cubicBezTo>
                  <a:cubicBezTo>
                    <a:pt x="208" y="88"/>
                    <a:pt x="202" y="76"/>
                    <a:pt x="190" y="70"/>
                  </a:cubicBezTo>
                  <a:cubicBezTo>
                    <a:pt x="178" y="64"/>
                    <a:pt x="164" y="60"/>
                    <a:pt x="148" y="60"/>
                  </a:cubicBezTo>
                  <a:cubicBezTo>
                    <a:pt x="143" y="60"/>
                    <a:pt x="137" y="61"/>
                    <a:pt x="131" y="61"/>
                  </a:cubicBezTo>
                  <a:cubicBezTo>
                    <a:pt x="125" y="62"/>
                    <a:pt x="120" y="63"/>
                    <a:pt x="115" y="66"/>
                  </a:cubicBezTo>
                  <a:cubicBezTo>
                    <a:pt x="110" y="68"/>
                    <a:pt x="106" y="71"/>
                    <a:pt x="103" y="75"/>
                  </a:cubicBezTo>
                  <a:cubicBezTo>
                    <a:pt x="99" y="79"/>
                    <a:pt x="98" y="84"/>
                    <a:pt x="98" y="91"/>
                  </a:cubicBezTo>
                  <a:cubicBezTo>
                    <a:pt x="98" y="99"/>
                    <a:pt x="101" y="106"/>
                    <a:pt x="107" y="111"/>
                  </a:cubicBezTo>
                  <a:cubicBezTo>
                    <a:pt x="113" y="116"/>
                    <a:pt x="120" y="120"/>
                    <a:pt x="130" y="123"/>
                  </a:cubicBezTo>
                  <a:cubicBezTo>
                    <a:pt x="139" y="126"/>
                    <a:pt x="150" y="129"/>
                    <a:pt x="162" y="132"/>
                  </a:cubicBezTo>
                  <a:cubicBezTo>
                    <a:pt x="175" y="134"/>
                    <a:pt x="187" y="137"/>
                    <a:pt x="200" y="140"/>
                  </a:cubicBezTo>
                  <a:cubicBezTo>
                    <a:pt x="213" y="143"/>
                    <a:pt x="226" y="146"/>
                    <a:pt x="238" y="151"/>
                  </a:cubicBezTo>
                  <a:cubicBezTo>
                    <a:pt x="251" y="155"/>
                    <a:pt x="262" y="160"/>
                    <a:pt x="272" y="167"/>
                  </a:cubicBezTo>
                  <a:cubicBezTo>
                    <a:pt x="281" y="174"/>
                    <a:pt x="289" y="183"/>
                    <a:pt x="295" y="193"/>
                  </a:cubicBezTo>
                  <a:cubicBezTo>
                    <a:pt x="301" y="204"/>
                    <a:pt x="304" y="217"/>
                    <a:pt x="304" y="232"/>
                  </a:cubicBezTo>
                  <a:cubicBezTo>
                    <a:pt x="304" y="253"/>
                    <a:pt x="300" y="272"/>
                    <a:pt x="291" y="286"/>
                  </a:cubicBezTo>
                  <a:cubicBezTo>
                    <a:pt x="282" y="301"/>
                    <a:pt x="271" y="313"/>
                    <a:pt x="257" y="321"/>
                  </a:cubicBezTo>
                  <a:cubicBezTo>
                    <a:pt x="243" y="330"/>
                    <a:pt x="227" y="337"/>
                    <a:pt x="209" y="340"/>
                  </a:cubicBezTo>
                  <a:cubicBezTo>
                    <a:pt x="191" y="344"/>
                    <a:pt x="173" y="346"/>
                    <a:pt x="154" y="346"/>
                  </a:cubicBezTo>
                  <a:cubicBezTo>
                    <a:pt x="135" y="346"/>
                    <a:pt x="117" y="344"/>
                    <a:pt x="98" y="340"/>
                  </a:cubicBezTo>
                  <a:cubicBezTo>
                    <a:pt x="80" y="336"/>
                    <a:pt x="64" y="330"/>
                    <a:pt x="50" y="321"/>
                  </a:cubicBezTo>
                  <a:cubicBezTo>
                    <a:pt x="36" y="312"/>
                    <a:pt x="24" y="300"/>
                    <a:pt x="15" y="286"/>
                  </a:cubicBezTo>
                  <a:cubicBezTo>
                    <a:pt x="6" y="271"/>
                    <a:pt x="1" y="253"/>
                    <a:pt x="0" y="231"/>
                  </a:cubicBezTo>
                  <a:cubicBezTo>
                    <a:pt x="86" y="231"/>
                    <a:pt x="86" y="231"/>
                    <a:pt x="86" y="231"/>
                  </a:cubicBezTo>
                  <a:cubicBezTo>
                    <a:pt x="86" y="240"/>
                    <a:pt x="88" y="249"/>
                    <a:pt x="92" y="256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sp>
          <p:nvSpPr>
            <p:cNvPr id="34" name="Rectangle 13">
              <a:extLst>
                <a:ext uri="{FF2B5EF4-FFF2-40B4-BE49-F238E27FC236}">
                  <a16:creationId xmlns:a16="http://schemas.microsoft.com/office/drawing/2014/main" id="{3BF6698F-25C6-4D98-8BD0-8EE77A647FF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4325" y="4310063"/>
              <a:ext cx="514350" cy="514350"/>
            </a:xfrm>
            <a:prstGeom prst="rect">
              <a:avLst/>
            </a:pr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sp>
          <p:nvSpPr>
            <p:cNvPr id="35" name="Freeform 14">
              <a:extLst>
                <a:ext uri="{FF2B5EF4-FFF2-40B4-BE49-F238E27FC236}">
                  <a16:creationId xmlns:a16="http://schemas.microsoft.com/office/drawing/2014/main" id="{56E33B80-270E-429D-8746-588F411AF64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71488" y="4706938"/>
              <a:ext cx="63500" cy="74613"/>
            </a:xfrm>
            <a:custGeom>
              <a:avLst/>
              <a:gdLst>
                <a:gd name="T0" fmla="*/ 66 w 93"/>
                <a:gd name="T1" fmla="*/ 98 h 109"/>
                <a:gd name="T2" fmla="*/ 31 w 93"/>
                <a:gd name="T3" fmla="*/ 109 h 109"/>
                <a:gd name="T4" fmla="*/ 0 w 93"/>
                <a:gd name="T5" fmla="*/ 78 h 109"/>
                <a:gd name="T6" fmla="*/ 66 w 93"/>
                <a:gd name="T7" fmla="*/ 37 h 109"/>
                <a:gd name="T8" fmla="*/ 66 w 93"/>
                <a:gd name="T9" fmla="*/ 31 h 109"/>
                <a:gd name="T10" fmla="*/ 50 w 93"/>
                <a:gd name="T11" fmla="*/ 19 h 109"/>
                <a:gd name="T12" fmla="*/ 24 w 93"/>
                <a:gd name="T13" fmla="*/ 31 h 109"/>
                <a:gd name="T14" fmla="*/ 5 w 93"/>
                <a:gd name="T15" fmla="*/ 21 h 109"/>
                <a:gd name="T16" fmla="*/ 50 w 93"/>
                <a:gd name="T17" fmla="*/ 0 h 109"/>
                <a:gd name="T18" fmla="*/ 93 w 93"/>
                <a:gd name="T19" fmla="*/ 31 h 109"/>
                <a:gd name="T20" fmla="*/ 93 w 93"/>
                <a:gd name="T21" fmla="*/ 108 h 109"/>
                <a:gd name="T22" fmla="*/ 68 w 93"/>
                <a:gd name="T23" fmla="*/ 108 h 109"/>
                <a:gd name="T24" fmla="*/ 66 w 93"/>
                <a:gd name="T25" fmla="*/ 98 h 109"/>
                <a:gd name="T26" fmla="*/ 27 w 93"/>
                <a:gd name="T27" fmla="*/ 76 h 109"/>
                <a:gd name="T28" fmla="*/ 40 w 93"/>
                <a:gd name="T29" fmla="*/ 90 h 109"/>
                <a:gd name="T30" fmla="*/ 65 w 93"/>
                <a:gd name="T31" fmla="*/ 79 h 109"/>
                <a:gd name="T32" fmla="*/ 65 w 93"/>
                <a:gd name="T33" fmla="*/ 54 h 109"/>
                <a:gd name="T34" fmla="*/ 27 w 93"/>
                <a:gd name="T35" fmla="*/ 76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" h="109">
                  <a:moveTo>
                    <a:pt x="66" y="98"/>
                  </a:moveTo>
                  <a:cubicBezTo>
                    <a:pt x="55" y="105"/>
                    <a:pt x="44" y="109"/>
                    <a:pt x="31" y="109"/>
                  </a:cubicBezTo>
                  <a:cubicBezTo>
                    <a:pt x="11" y="109"/>
                    <a:pt x="0" y="96"/>
                    <a:pt x="0" y="78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24"/>
                    <a:pt x="60" y="19"/>
                    <a:pt x="50" y="19"/>
                  </a:cubicBezTo>
                  <a:cubicBezTo>
                    <a:pt x="39" y="19"/>
                    <a:pt x="30" y="24"/>
                    <a:pt x="24" y="31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1"/>
                  </a:cubicBezTo>
                  <a:cubicBezTo>
                    <a:pt x="93" y="31"/>
                    <a:pt x="93" y="107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8"/>
                  </a:lnTo>
                  <a:close/>
                  <a:moveTo>
                    <a:pt x="27" y="76"/>
                  </a:moveTo>
                  <a:cubicBezTo>
                    <a:pt x="27" y="83"/>
                    <a:pt x="32" y="90"/>
                    <a:pt x="40" y="90"/>
                  </a:cubicBezTo>
                  <a:cubicBezTo>
                    <a:pt x="48" y="90"/>
                    <a:pt x="57" y="86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sp>
          <p:nvSpPr>
            <p:cNvPr id="36" name="Freeform 15">
              <a:extLst>
                <a:ext uri="{FF2B5EF4-FFF2-40B4-BE49-F238E27FC236}">
                  <a16:creationId xmlns:a16="http://schemas.microsoft.com/office/drawing/2014/main" id="{8395EA3D-C719-4A3F-A131-4125CAAF79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50863" y="4706938"/>
              <a:ext cx="63500" cy="73025"/>
            </a:xfrm>
            <a:custGeom>
              <a:avLst/>
              <a:gdLst>
                <a:gd name="T0" fmla="*/ 0 w 94"/>
                <a:gd name="T1" fmla="*/ 5 h 107"/>
                <a:gd name="T2" fmla="*/ 23 w 94"/>
                <a:gd name="T3" fmla="*/ 2 h 107"/>
                <a:gd name="T4" fmla="*/ 25 w 94"/>
                <a:gd name="T5" fmla="*/ 14 h 107"/>
                <a:gd name="T6" fmla="*/ 61 w 94"/>
                <a:gd name="T7" fmla="*/ 0 h 107"/>
                <a:gd name="T8" fmla="*/ 94 w 94"/>
                <a:gd name="T9" fmla="*/ 34 h 107"/>
                <a:gd name="T10" fmla="*/ 94 w 94"/>
                <a:gd name="T11" fmla="*/ 107 h 107"/>
                <a:gd name="T12" fmla="*/ 66 w 94"/>
                <a:gd name="T13" fmla="*/ 107 h 107"/>
                <a:gd name="T14" fmla="*/ 66 w 94"/>
                <a:gd name="T15" fmla="*/ 39 h 107"/>
                <a:gd name="T16" fmla="*/ 53 w 94"/>
                <a:gd name="T17" fmla="*/ 20 h 107"/>
                <a:gd name="T18" fmla="*/ 27 w 94"/>
                <a:gd name="T19" fmla="*/ 32 h 107"/>
                <a:gd name="T20" fmla="*/ 27 w 94"/>
                <a:gd name="T21" fmla="*/ 107 h 107"/>
                <a:gd name="T22" fmla="*/ 0 w 94"/>
                <a:gd name="T23" fmla="*/ 107 h 107"/>
                <a:gd name="T24" fmla="*/ 0 w 94"/>
                <a:gd name="T25" fmla="*/ 5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4" h="107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1"/>
                    <a:pt x="94" y="34"/>
                  </a:cubicBezTo>
                  <a:cubicBezTo>
                    <a:pt x="94" y="107"/>
                    <a:pt x="94" y="107"/>
                    <a:pt x="94" y="107"/>
                  </a:cubicBezTo>
                  <a:cubicBezTo>
                    <a:pt x="66" y="107"/>
                    <a:pt x="66" y="107"/>
                    <a:pt x="66" y="107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0"/>
                    <a:pt x="53" y="20"/>
                  </a:cubicBezTo>
                  <a:cubicBezTo>
                    <a:pt x="45" y="20"/>
                    <a:pt x="37" y="24"/>
                    <a:pt x="27" y="32"/>
                  </a:cubicBezTo>
                  <a:cubicBezTo>
                    <a:pt x="27" y="107"/>
                    <a:pt x="27" y="107"/>
                    <a:pt x="27" y="107"/>
                  </a:cubicBezTo>
                  <a:cubicBezTo>
                    <a:pt x="0" y="107"/>
                    <a:pt x="0" y="107"/>
                    <a:pt x="0" y="107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2F535571-531A-419E-B5CF-90E57D40926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4850" y="4706938"/>
              <a:ext cx="66675" cy="74613"/>
            </a:xfrm>
            <a:custGeom>
              <a:avLst/>
              <a:gdLst>
                <a:gd name="T0" fmla="*/ 49 w 97"/>
                <a:gd name="T1" fmla="*/ 109 h 109"/>
                <a:gd name="T2" fmla="*/ 0 w 97"/>
                <a:gd name="T3" fmla="*/ 55 h 109"/>
                <a:gd name="T4" fmla="*/ 49 w 97"/>
                <a:gd name="T5" fmla="*/ 0 h 109"/>
                <a:gd name="T6" fmla="*/ 97 w 97"/>
                <a:gd name="T7" fmla="*/ 54 h 109"/>
                <a:gd name="T8" fmla="*/ 97 w 97"/>
                <a:gd name="T9" fmla="*/ 59 h 109"/>
                <a:gd name="T10" fmla="*/ 27 w 97"/>
                <a:gd name="T11" fmla="*/ 59 h 109"/>
                <a:gd name="T12" fmla="*/ 52 w 97"/>
                <a:gd name="T13" fmla="*/ 89 h 109"/>
                <a:gd name="T14" fmla="*/ 76 w 97"/>
                <a:gd name="T15" fmla="*/ 75 h 109"/>
                <a:gd name="T16" fmla="*/ 96 w 97"/>
                <a:gd name="T17" fmla="*/ 87 h 109"/>
                <a:gd name="T18" fmla="*/ 49 w 97"/>
                <a:gd name="T19" fmla="*/ 109 h 109"/>
                <a:gd name="T20" fmla="*/ 70 w 97"/>
                <a:gd name="T21" fmla="*/ 41 h 109"/>
                <a:gd name="T22" fmla="*/ 49 w 97"/>
                <a:gd name="T23" fmla="*/ 19 h 109"/>
                <a:gd name="T24" fmla="*/ 28 w 97"/>
                <a:gd name="T25" fmla="*/ 41 h 109"/>
                <a:gd name="T26" fmla="*/ 70 w 97"/>
                <a:gd name="T27" fmla="*/ 41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7" h="109">
                  <a:moveTo>
                    <a:pt x="49" y="109"/>
                  </a:moveTo>
                  <a:cubicBezTo>
                    <a:pt x="18" y="109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79" y="0"/>
                    <a:pt x="97" y="19"/>
                    <a:pt x="97" y="54"/>
                  </a:cubicBezTo>
                  <a:cubicBezTo>
                    <a:pt x="97" y="55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7" y="79"/>
                    <a:pt x="36" y="89"/>
                    <a:pt x="52" y="89"/>
                  </a:cubicBezTo>
                  <a:cubicBezTo>
                    <a:pt x="62" y="89"/>
                    <a:pt x="69" y="85"/>
                    <a:pt x="76" y="75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09"/>
                    <a:pt x="49" y="109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sp>
          <p:nvSpPr>
            <p:cNvPr id="38" name="Freeform 17">
              <a:extLst>
                <a:ext uri="{FF2B5EF4-FFF2-40B4-BE49-F238E27FC236}">
                  <a16:creationId xmlns:a16="http://schemas.microsoft.com/office/drawing/2014/main" id="{ABAC7ED4-1A0E-41AD-ADE8-8AC89F3CA83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00" y="4706938"/>
              <a:ext cx="69850" cy="76200"/>
            </a:xfrm>
            <a:custGeom>
              <a:avLst/>
              <a:gdLst>
                <a:gd name="T0" fmla="*/ 52 w 104"/>
                <a:gd name="T1" fmla="*/ 111 h 111"/>
                <a:gd name="T2" fmla="*/ 0 w 104"/>
                <a:gd name="T3" fmla="*/ 55 h 111"/>
                <a:gd name="T4" fmla="*/ 52 w 104"/>
                <a:gd name="T5" fmla="*/ 0 h 111"/>
                <a:gd name="T6" fmla="*/ 104 w 104"/>
                <a:gd name="T7" fmla="*/ 55 h 111"/>
                <a:gd name="T8" fmla="*/ 52 w 104"/>
                <a:gd name="T9" fmla="*/ 111 h 111"/>
                <a:gd name="T10" fmla="*/ 52 w 104"/>
                <a:gd name="T11" fmla="*/ 23 h 111"/>
                <a:gd name="T12" fmla="*/ 28 w 104"/>
                <a:gd name="T13" fmla="*/ 55 h 111"/>
                <a:gd name="T14" fmla="*/ 52 w 104"/>
                <a:gd name="T15" fmla="*/ 87 h 111"/>
                <a:gd name="T16" fmla="*/ 77 w 104"/>
                <a:gd name="T17" fmla="*/ 55 h 111"/>
                <a:gd name="T18" fmla="*/ 52 w 104"/>
                <a:gd name="T19" fmla="*/ 23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80" y="0"/>
                    <a:pt x="104" y="17"/>
                    <a:pt x="104" y="55"/>
                  </a:cubicBezTo>
                  <a:cubicBezTo>
                    <a:pt x="104" y="93"/>
                    <a:pt x="80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2" y="23"/>
                    <a:pt x="28" y="42"/>
                    <a:pt x="28" y="55"/>
                  </a:cubicBezTo>
                  <a:cubicBezTo>
                    <a:pt x="28" y="69"/>
                    <a:pt x="32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sp>
          <p:nvSpPr>
            <p:cNvPr id="39" name="Freeform 18">
              <a:extLst>
                <a:ext uri="{FF2B5EF4-FFF2-40B4-BE49-F238E27FC236}">
                  <a16:creationId xmlns:a16="http://schemas.microsoft.com/office/drawing/2014/main" id="{8B414238-7310-458E-9C15-9BD135B12B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450" y="4706938"/>
              <a:ext cx="41275" cy="74613"/>
            </a:xfrm>
            <a:custGeom>
              <a:avLst/>
              <a:gdLst>
                <a:gd name="T0" fmla="*/ 0 w 59"/>
                <a:gd name="T1" fmla="*/ 2 h 108"/>
                <a:gd name="T2" fmla="*/ 27 w 59"/>
                <a:gd name="T3" fmla="*/ 2 h 108"/>
                <a:gd name="T4" fmla="*/ 27 w 59"/>
                <a:gd name="T5" fmla="*/ 15 h 108"/>
                <a:gd name="T6" fmla="*/ 56 w 59"/>
                <a:gd name="T7" fmla="*/ 0 h 108"/>
                <a:gd name="T8" fmla="*/ 59 w 59"/>
                <a:gd name="T9" fmla="*/ 0 h 108"/>
                <a:gd name="T10" fmla="*/ 59 w 59"/>
                <a:gd name="T11" fmla="*/ 26 h 108"/>
                <a:gd name="T12" fmla="*/ 58 w 59"/>
                <a:gd name="T13" fmla="*/ 26 h 108"/>
                <a:gd name="T14" fmla="*/ 29 w 59"/>
                <a:gd name="T15" fmla="*/ 38 h 108"/>
                <a:gd name="T16" fmla="*/ 29 w 59"/>
                <a:gd name="T17" fmla="*/ 108 h 108"/>
                <a:gd name="T18" fmla="*/ 0 w 59"/>
                <a:gd name="T19" fmla="*/ 108 h 108"/>
                <a:gd name="T20" fmla="*/ 0 w 59"/>
                <a:gd name="T21" fmla="*/ 2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108">
                  <a:moveTo>
                    <a:pt x="0" y="2"/>
                  </a:moveTo>
                  <a:cubicBezTo>
                    <a:pt x="27" y="2"/>
                    <a:pt x="27" y="2"/>
                    <a:pt x="27" y="2"/>
                  </a:cubicBezTo>
                  <a:cubicBezTo>
                    <a:pt x="27" y="15"/>
                    <a:pt x="27" y="15"/>
                    <a:pt x="27" y="15"/>
                  </a:cubicBezTo>
                  <a:cubicBezTo>
                    <a:pt x="32" y="8"/>
                    <a:pt x="44" y="0"/>
                    <a:pt x="56" y="0"/>
                  </a:cubicBezTo>
                  <a:cubicBezTo>
                    <a:pt x="57" y="0"/>
                    <a:pt x="58" y="0"/>
                    <a:pt x="59" y="0"/>
                  </a:cubicBezTo>
                  <a:cubicBezTo>
                    <a:pt x="59" y="26"/>
                    <a:pt x="59" y="26"/>
                    <a:pt x="59" y="26"/>
                  </a:cubicBezTo>
                  <a:cubicBezTo>
                    <a:pt x="59" y="26"/>
                    <a:pt x="58" y="26"/>
                    <a:pt x="58" y="26"/>
                  </a:cubicBezTo>
                  <a:cubicBezTo>
                    <a:pt x="46" y="26"/>
                    <a:pt x="33" y="28"/>
                    <a:pt x="29" y="38"/>
                  </a:cubicBezTo>
                  <a:cubicBezTo>
                    <a:pt x="29" y="108"/>
                    <a:pt x="29" y="108"/>
                    <a:pt x="29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sp>
          <p:nvSpPr>
            <p:cNvPr id="40" name="Freeform 19">
              <a:extLst>
                <a:ext uri="{FF2B5EF4-FFF2-40B4-BE49-F238E27FC236}">
                  <a16:creationId xmlns:a16="http://schemas.microsoft.com/office/drawing/2014/main" id="{B156E558-F03B-4BE9-A819-A10409A46BC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27063" y="4706938"/>
              <a:ext cx="66675" cy="101600"/>
            </a:xfrm>
            <a:custGeom>
              <a:avLst/>
              <a:gdLst>
                <a:gd name="T0" fmla="*/ 49 w 98"/>
                <a:gd name="T1" fmla="*/ 85 h 149"/>
                <a:gd name="T2" fmla="*/ 72 w 98"/>
                <a:gd name="T3" fmla="*/ 49 h 149"/>
                <a:gd name="T4" fmla="*/ 49 w 98"/>
                <a:gd name="T5" fmla="*/ 20 h 149"/>
                <a:gd name="T6" fmla="*/ 28 w 98"/>
                <a:gd name="T7" fmla="*/ 51 h 149"/>
                <a:gd name="T8" fmla="*/ 49 w 98"/>
                <a:gd name="T9" fmla="*/ 85 h 149"/>
                <a:gd name="T10" fmla="*/ 98 w 98"/>
                <a:gd name="T11" fmla="*/ 2 h 149"/>
                <a:gd name="T12" fmla="*/ 98 w 98"/>
                <a:gd name="T13" fmla="*/ 102 h 149"/>
                <a:gd name="T14" fmla="*/ 47 w 98"/>
                <a:gd name="T15" fmla="*/ 148 h 149"/>
                <a:gd name="T16" fmla="*/ 3 w 98"/>
                <a:gd name="T17" fmla="*/ 122 h 149"/>
                <a:gd name="T18" fmla="*/ 30 w 98"/>
                <a:gd name="T19" fmla="*/ 118 h 149"/>
                <a:gd name="T20" fmla="*/ 50 w 98"/>
                <a:gd name="T21" fmla="*/ 128 h 149"/>
                <a:gd name="T22" fmla="*/ 71 w 98"/>
                <a:gd name="T23" fmla="*/ 105 h 149"/>
                <a:gd name="T24" fmla="*/ 71 w 98"/>
                <a:gd name="T25" fmla="*/ 93 h 149"/>
                <a:gd name="T26" fmla="*/ 71 w 98"/>
                <a:gd name="T27" fmla="*/ 92 h 149"/>
                <a:gd name="T28" fmla="*/ 44 w 98"/>
                <a:gd name="T29" fmla="*/ 108 h 149"/>
                <a:gd name="T30" fmla="*/ 0 w 98"/>
                <a:gd name="T31" fmla="*/ 55 h 149"/>
                <a:gd name="T32" fmla="*/ 42 w 98"/>
                <a:gd name="T33" fmla="*/ 0 h 149"/>
                <a:gd name="T34" fmla="*/ 73 w 98"/>
                <a:gd name="T35" fmla="*/ 15 h 149"/>
                <a:gd name="T36" fmla="*/ 73 w 98"/>
                <a:gd name="T37" fmla="*/ 15 h 149"/>
                <a:gd name="T38" fmla="*/ 75 w 98"/>
                <a:gd name="T39" fmla="*/ 2 h 149"/>
                <a:gd name="T40" fmla="*/ 98 w 98"/>
                <a:gd name="T41" fmla="*/ 2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3"/>
                    <a:pt x="72" y="49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8"/>
                  </a:cubicBezTo>
                  <a:cubicBezTo>
                    <a:pt x="26" y="149"/>
                    <a:pt x="7" y="140"/>
                    <a:pt x="3" y="122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1" y="121"/>
                    <a:pt x="71" y="105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sp>
          <p:nvSpPr>
            <p:cNvPr id="41" name="Freeform 20">
              <a:extLst>
                <a:ext uri="{FF2B5EF4-FFF2-40B4-BE49-F238E27FC236}">
                  <a16:creationId xmlns:a16="http://schemas.microsoft.com/office/drawing/2014/main" id="{8AD2F3D5-B988-4CEC-91D2-17A63718515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0413" y="4681538"/>
              <a:ext cx="49213" cy="23813"/>
            </a:xfrm>
            <a:custGeom>
              <a:avLst/>
              <a:gdLst>
                <a:gd name="T0" fmla="*/ 12 w 31"/>
                <a:gd name="T1" fmla="*/ 2 h 15"/>
                <a:gd name="T2" fmla="*/ 7 w 31"/>
                <a:gd name="T3" fmla="*/ 2 h 15"/>
                <a:gd name="T4" fmla="*/ 7 w 31"/>
                <a:gd name="T5" fmla="*/ 15 h 15"/>
                <a:gd name="T6" fmla="*/ 5 w 31"/>
                <a:gd name="T7" fmla="*/ 15 h 15"/>
                <a:gd name="T8" fmla="*/ 5 w 31"/>
                <a:gd name="T9" fmla="*/ 2 h 15"/>
                <a:gd name="T10" fmla="*/ 0 w 31"/>
                <a:gd name="T11" fmla="*/ 2 h 15"/>
                <a:gd name="T12" fmla="*/ 0 w 31"/>
                <a:gd name="T13" fmla="*/ 0 h 15"/>
                <a:gd name="T14" fmla="*/ 12 w 31"/>
                <a:gd name="T15" fmla="*/ 0 h 15"/>
                <a:gd name="T16" fmla="*/ 12 w 31"/>
                <a:gd name="T17" fmla="*/ 2 h 15"/>
                <a:gd name="T18" fmla="*/ 31 w 31"/>
                <a:gd name="T19" fmla="*/ 15 h 15"/>
                <a:gd name="T20" fmla="*/ 29 w 31"/>
                <a:gd name="T21" fmla="*/ 15 h 15"/>
                <a:gd name="T22" fmla="*/ 29 w 31"/>
                <a:gd name="T23" fmla="*/ 3 h 15"/>
                <a:gd name="T24" fmla="*/ 29 w 31"/>
                <a:gd name="T25" fmla="*/ 3 h 15"/>
                <a:gd name="T26" fmla="*/ 24 w 31"/>
                <a:gd name="T27" fmla="*/ 15 h 15"/>
                <a:gd name="T28" fmla="*/ 22 w 31"/>
                <a:gd name="T29" fmla="*/ 15 h 15"/>
                <a:gd name="T30" fmla="*/ 17 w 31"/>
                <a:gd name="T31" fmla="*/ 3 h 15"/>
                <a:gd name="T32" fmla="*/ 17 w 31"/>
                <a:gd name="T33" fmla="*/ 3 h 15"/>
                <a:gd name="T34" fmla="*/ 17 w 31"/>
                <a:gd name="T35" fmla="*/ 15 h 15"/>
                <a:gd name="T36" fmla="*/ 15 w 31"/>
                <a:gd name="T37" fmla="*/ 15 h 15"/>
                <a:gd name="T38" fmla="*/ 15 w 31"/>
                <a:gd name="T39" fmla="*/ 0 h 15"/>
                <a:gd name="T40" fmla="*/ 19 w 31"/>
                <a:gd name="T41" fmla="*/ 0 h 15"/>
                <a:gd name="T42" fmla="*/ 23 w 31"/>
                <a:gd name="T43" fmla="*/ 12 h 15"/>
                <a:gd name="T44" fmla="*/ 28 w 31"/>
                <a:gd name="T45" fmla="*/ 0 h 15"/>
                <a:gd name="T46" fmla="*/ 31 w 31"/>
                <a:gd name="T47" fmla="*/ 0 h 15"/>
                <a:gd name="T48" fmla="*/ 31 w 31"/>
                <a:gd name="T4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1" h="15">
                  <a:moveTo>
                    <a:pt x="12" y="2"/>
                  </a:moveTo>
                  <a:lnTo>
                    <a:pt x="7" y="2"/>
                  </a:lnTo>
                  <a:lnTo>
                    <a:pt x="7" y="15"/>
                  </a:lnTo>
                  <a:lnTo>
                    <a:pt x="5" y="15"/>
                  </a:lnTo>
                  <a:lnTo>
                    <a:pt x="5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2" y="0"/>
                  </a:lnTo>
                  <a:lnTo>
                    <a:pt x="12" y="2"/>
                  </a:lnTo>
                  <a:close/>
                  <a:moveTo>
                    <a:pt x="31" y="15"/>
                  </a:moveTo>
                  <a:lnTo>
                    <a:pt x="29" y="15"/>
                  </a:lnTo>
                  <a:lnTo>
                    <a:pt x="29" y="3"/>
                  </a:lnTo>
                  <a:lnTo>
                    <a:pt x="29" y="3"/>
                  </a:lnTo>
                  <a:lnTo>
                    <a:pt x="24" y="15"/>
                  </a:lnTo>
                  <a:lnTo>
                    <a:pt x="22" y="15"/>
                  </a:lnTo>
                  <a:lnTo>
                    <a:pt x="17" y="3"/>
                  </a:lnTo>
                  <a:lnTo>
                    <a:pt x="17" y="3"/>
                  </a:lnTo>
                  <a:lnTo>
                    <a:pt x="17" y="15"/>
                  </a:lnTo>
                  <a:lnTo>
                    <a:pt x="15" y="15"/>
                  </a:lnTo>
                  <a:lnTo>
                    <a:pt x="15" y="0"/>
                  </a:lnTo>
                  <a:lnTo>
                    <a:pt x="19" y="0"/>
                  </a:lnTo>
                  <a:lnTo>
                    <a:pt x="23" y="12"/>
                  </a:lnTo>
                  <a:lnTo>
                    <a:pt x="28" y="0"/>
                  </a:lnTo>
                  <a:lnTo>
                    <a:pt x="31" y="0"/>
                  </a:lnTo>
                  <a:lnTo>
                    <a:pt x="31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</p:grpSp>
    </p:spTree>
    <p:extLst>
      <p:ext uri="{BB962C8B-B14F-4D97-AF65-F5344CB8AC3E}">
        <p14:creationId xmlns:p14="http://schemas.microsoft.com/office/powerpoint/2010/main" val="1926174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419101" y="356660"/>
            <a:ext cx="11353799" cy="5711825"/>
          </a:xfrm>
        </p:spPr>
        <p:txBody>
          <a:bodyPr/>
          <a:lstStyle>
            <a:lvl1pPr>
              <a:spcBef>
                <a:spcPts val="0"/>
              </a:spcBef>
              <a:defRPr sz="4000"/>
            </a:lvl1pPr>
            <a:lvl2pPr marL="482588" indent="-482588">
              <a:spcBef>
                <a:spcPts val="0"/>
              </a:spcBef>
              <a:buClrTx/>
              <a:buSzPct val="100000"/>
              <a:buFont typeface="+mj-lt"/>
              <a:buAutoNum type="arabicPeriod"/>
              <a:defRPr sz="40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contents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901639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18359" y="357718"/>
            <a:ext cx="8129119" cy="5710767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spcBef>
                <a:spcPts val="0"/>
              </a:spcBef>
              <a:buNone/>
              <a:defRPr sz="7333" baseline="0"/>
            </a:lvl1pPr>
            <a:lvl2pPr>
              <a:lnSpc>
                <a:spcPct val="85000"/>
              </a:lnSpc>
              <a:spcBef>
                <a:spcPts val="0"/>
              </a:spcBef>
              <a:defRPr sz="7333"/>
            </a:lvl2pPr>
            <a:lvl3pPr>
              <a:defRPr sz="7333"/>
            </a:lvl3pPr>
            <a:lvl4pPr>
              <a:defRPr sz="7333"/>
            </a:lvl4pPr>
            <a:lvl5pPr>
              <a:defRPr sz="7333"/>
            </a:lvl5pPr>
          </a:lstStyle>
          <a:p>
            <a:pPr lvl="0"/>
            <a:r>
              <a:rPr lang="en-US"/>
              <a:t>Click to edit section number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573920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17601" y="1574800"/>
            <a:ext cx="5290740" cy="4493683"/>
          </a:xfrm>
        </p:spPr>
        <p:txBody>
          <a:bodyPr>
            <a:normAutofit/>
          </a:bodyPr>
          <a:lstStyle>
            <a:lvl1pPr>
              <a:defRPr sz="1867" baseline="0"/>
            </a:lvl1pPr>
            <a:lvl2pPr>
              <a:defRPr sz="1867" baseline="0">
                <a:solidFill>
                  <a:schemeClr val="tx1"/>
                </a:solidFill>
              </a:defRPr>
            </a:lvl2pPr>
            <a:lvl3pPr>
              <a:defRPr sz="1867" baseline="0">
                <a:solidFill>
                  <a:schemeClr val="tx1"/>
                </a:solidFill>
              </a:defRPr>
            </a:lvl3pPr>
            <a:lvl4pPr>
              <a:defRPr sz="1867" baseline="0">
                <a:solidFill>
                  <a:schemeClr val="tx1"/>
                </a:solidFill>
              </a:defRPr>
            </a:lvl4pPr>
            <a:lvl5pPr>
              <a:defRPr sz="1867" baseline="0">
                <a:solidFill>
                  <a:schemeClr val="tx1"/>
                </a:solidFill>
              </a:defRPr>
            </a:lvl5pPr>
            <a:lvl6pPr>
              <a:defRPr sz="1867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486393" y="1574800"/>
            <a:ext cx="5286507" cy="4493683"/>
          </a:xfrm>
        </p:spPr>
        <p:txBody>
          <a:bodyPr>
            <a:normAutofit/>
          </a:bodyPr>
          <a:lstStyle>
            <a:lvl1pPr>
              <a:defRPr sz="1867"/>
            </a:lvl1pPr>
            <a:lvl2pPr>
              <a:defRPr sz="1867">
                <a:solidFill>
                  <a:schemeClr val="tx1"/>
                </a:solidFill>
              </a:defRPr>
            </a:lvl2pPr>
            <a:lvl3pPr>
              <a:defRPr sz="1867">
                <a:solidFill>
                  <a:schemeClr val="tx1"/>
                </a:solidFill>
              </a:defRPr>
            </a:lvl3pPr>
            <a:lvl4pPr>
              <a:defRPr sz="1867">
                <a:solidFill>
                  <a:schemeClr val="tx1"/>
                </a:solidFill>
              </a:defRPr>
            </a:lvl4pPr>
            <a:lvl5pPr>
              <a:defRPr sz="1867">
                <a:solidFill>
                  <a:schemeClr val="tx1"/>
                </a:solidFill>
              </a:defRPr>
            </a:lvl5pPr>
            <a:lvl6pPr>
              <a:defRPr sz="1867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  <a:endParaRPr lang="en-GB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17599" y="357717"/>
            <a:ext cx="11355300" cy="98848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9135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3054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Medi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 sz="2667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rgbClr val="000000"/>
                </a:solidFill>
              </a:defRPr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0210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9740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2970" y="452969"/>
            <a:ext cx="11294532" cy="5507567"/>
          </a:xfrm>
        </p:spPr>
        <p:txBody>
          <a:bodyPr/>
          <a:lstStyle>
            <a:lvl1pPr>
              <a:lnSpc>
                <a:spcPct val="85000"/>
              </a:lnSpc>
              <a:spcAft>
                <a:spcPts val="0"/>
              </a:spcAft>
              <a:defRPr sz="4000">
                <a:solidFill>
                  <a:srgbClr val="FF6600"/>
                </a:solidFill>
                <a:latin typeface="Helvetica 75 Bold" panose="020B0804020202020204" pitchFamily="34" charset="0"/>
              </a:defRPr>
            </a:lvl1pPr>
            <a:lvl2pPr marL="535491" indent="-535491">
              <a:lnSpc>
                <a:spcPct val="85000"/>
              </a:lnSpc>
              <a:spcAft>
                <a:spcPts val="0"/>
              </a:spcAft>
              <a:buFont typeface="+mj-lt"/>
              <a:buAutoNum type="arabicPeriod"/>
              <a:defRPr sz="4000">
                <a:latin typeface="Helvetica 75 Bold" panose="020B0804020202020204" pitchFamily="34" charset="0"/>
              </a:defRPr>
            </a:lvl2pPr>
            <a:lvl3pPr marL="0" indent="0">
              <a:lnSpc>
                <a:spcPct val="85000"/>
              </a:lnSpc>
              <a:spcAft>
                <a:spcPts val="1067"/>
              </a:spcAft>
              <a:buFont typeface="+mj-lt"/>
              <a:buNone/>
              <a:defRPr sz="4000"/>
            </a:lvl3pPr>
            <a:lvl4pPr marL="0" indent="0">
              <a:lnSpc>
                <a:spcPct val="85000"/>
              </a:lnSpc>
              <a:spcAft>
                <a:spcPts val="1067"/>
              </a:spcAft>
              <a:buFont typeface="+mj-lt"/>
              <a:buNone/>
              <a:defRPr sz="4000"/>
            </a:lvl4pPr>
            <a:lvl5pPr marL="0" indent="0">
              <a:lnSpc>
                <a:spcPct val="85000"/>
              </a:lnSpc>
              <a:spcAft>
                <a:spcPts val="1067"/>
              </a:spcAft>
              <a:buFont typeface="+mj-lt"/>
              <a:buNone/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41093141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601" y="357717"/>
            <a:ext cx="11355300" cy="98848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title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601" y="1574801"/>
            <a:ext cx="11355300" cy="44936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GB"/>
              <a:t>Sixth level</a:t>
            </a:r>
          </a:p>
        </p:txBody>
      </p:sp>
      <p:sp>
        <p:nvSpPr>
          <p:cNvPr id="9" name="Text Placeholder 10"/>
          <p:cNvSpPr txBox="1">
            <a:spLocks/>
          </p:cNvSpPr>
          <p:nvPr/>
        </p:nvSpPr>
        <p:spPr>
          <a:xfrm>
            <a:off x="419100" y="6047314"/>
            <a:ext cx="366680" cy="446615"/>
          </a:xfrm>
          <a:prstGeom prst="rect">
            <a:avLst/>
          </a:prstGeom>
        </p:spPr>
        <p:txBody>
          <a:bodyPr wrap="square" lIns="9600" tIns="0" rIns="0" bIns="0" anchor="b"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tx1"/>
              </a:buClr>
              <a:buSzTx/>
              <a:buFont typeface="Helvetica 75" panose="020B0804020202020204" pitchFamily="34" charset="0"/>
              <a:buNone/>
              <a:tabLst/>
              <a:defRPr lang="fr-FR" sz="1200" kern="1200" baseline="0" dirty="0" smtClean="0">
                <a:solidFill>
                  <a:schemeClr val="tx1">
                    <a:lumMod val="50000"/>
                  </a:schemeClr>
                </a:solidFill>
                <a:latin typeface="Helvetica 75" panose="020B0804020202020204" pitchFamily="34" charset="0"/>
                <a:ea typeface="+mn-ea"/>
                <a:cs typeface="+mn-cs"/>
              </a:defRPr>
            </a:lvl1pPr>
            <a:lvl2pPr marL="688975" indent="-231775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2pPr>
            <a:lvl3pPr marL="12446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3pPr>
            <a:lvl4pPr marL="16637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4pPr>
            <a:lvl5pPr marL="2251075" indent="-59690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1600"/>
              </a:spcAft>
              <a:buClr>
                <a:srgbClr val="FFFFFF"/>
              </a:buClr>
              <a:buSzTx/>
              <a:buFont typeface="Helvetica 75" panose="020B0804020202020204" pitchFamily="34" charset="0"/>
              <a:buNone/>
              <a:tabLst/>
              <a:defRPr/>
            </a:pPr>
            <a:fld id="{8702007A-2642-4DC4-A457-FD791426C840}" type="slidenum">
              <a:rPr kumimoji="0" lang="en-GB" sz="1067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pPr marL="0" marR="0" lvl="0" indent="0" algn="l" defTabSz="121917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1600"/>
                </a:spcAft>
                <a:buClr>
                  <a:srgbClr val="FFFFFF"/>
                </a:buClr>
                <a:buSzTx/>
                <a:buFont typeface="Helvetica 75" panose="020B0804020202020204" pitchFamily="34" charset="0"/>
                <a:buNone/>
                <a:tabLst/>
                <a:defRPr/>
              </a:pPr>
              <a:t>‹N°›</a:t>
            </a:fld>
            <a:endParaRPr kumimoji="0" lang="en-GB" sz="1067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 75 Bold" panose="020B0804020202020204" pitchFamily="34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2DC4D2-1E44-4329-86DC-2A42664C7B6E}"/>
              </a:ext>
            </a:extLst>
          </p:cNvPr>
          <p:cNvSpPr txBox="1"/>
          <p:nvPr userDrawn="1"/>
        </p:nvSpPr>
        <p:spPr>
          <a:xfrm>
            <a:off x="826061" y="6332195"/>
            <a:ext cx="787075" cy="1642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1067" b="0" i="0" u="none" strike="noStrike" kern="120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Confidential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1BD2377-3231-4F6C-96D0-167210816122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49913" y="6672580"/>
            <a:ext cx="92075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800">
                <a:solidFill>
                  <a:srgbClr val="ED7D31"/>
                </a:solidFill>
                <a:latin typeface="Helvetica 75 Bold" panose="020B0804020202020204" pitchFamily="34" charset="0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2005195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1219170" rtl="0" eaLnBrk="1" latinLnBrk="0" hangingPunct="1">
        <a:lnSpc>
          <a:spcPct val="90000"/>
        </a:lnSpc>
        <a:spcBef>
          <a:spcPct val="0"/>
        </a:spcBef>
        <a:buNone/>
        <a:defRPr sz="2667" kern="1200" spc="-27" baseline="0">
          <a:solidFill>
            <a:schemeClr val="bg2"/>
          </a:solidFill>
          <a:latin typeface="Helvetica 75 Bold" panose="020B0804020202020204" pitchFamily="34" charset="0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ct val="90000"/>
        </a:lnSpc>
        <a:spcBef>
          <a:spcPts val="800"/>
        </a:spcBef>
        <a:buClr>
          <a:schemeClr val="bg1"/>
        </a:buClr>
        <a:buSzPct val="25000"/>
        <a:buFont typeface="Calibri" panose="020F0502020204030204" pitchFamily="34" charset="0"/>
        <a:buNone/>
        <a:tabLst/>
        <a:defRPr sz="1867" kern="1200" spc="-27" baseline="0">
          <a:solidFill>
            <a:schemeClr val="bg2"/>
          </a:solidFill>
          <a:latin typeface="Helvetica 75 Bold" panose="020B0804020202020204" pitchFamily="34" charset="0"/>
          <a:ea typeface="+mn-ea"/>
          <a:cs typeface="+mn-cs"/>
        </a:defRPr>
      </a:lvl1pPr>
      <a:lvl2pPr marL="0" indent="0" algn="l" defTabSz="1219170" rtl="0" eaLnBrk="1" latinLnBrk="0" hangingPunct="1">
        <a:lnSpc>
          <a:spcPct val="90000"/>
        </a:lnSpc>
        <a:spcBef>
          <a:spcPts val="800"/>
        </a:spcBef>
        <a:buClr>
          <a:schemeClr val="bg1"/>
        </a:buClr>
        <a:buSzPct val="25000"/>
        <a:buFont typeface="Calibri" panose="020F0502020204030204" pitchFamily="34" charset="0"/>
        <a:buNone/>
        <a:defRPr sz="1867" kern="1200" spc="-27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2pPr>
      <a:lvl3pPr marL="241294" indent="-241294" algn="l" defTabSz="1219170" rtl="0" eaLnBrk="1" latinLnBrk="0" hangingPunct="1">
        <a:lnSpc>
          <a:spcPct val="90000"/>
        </a:lnSpc>
        <a:spcBef>
          <a:spcPts val="800"/>
        </a:spcBef>
        <a:buClr>
          <a:schemeClr val="bg2"/>
        </a:buClr>
        <a:buFont typeface="Wingdings" panose="05000000000000000000" pitchFamily="2" charset="2"/>
        <a:buChar char="§"/>
        <a:defRPr sz="1867" kern="1200" spc="-27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3pPr>
      <a:lvl4pPr marL="543970" indent="-253994" algn="l" defTabSz="1219170" rtl="0" eaLnBrk="1" latinLnBrk="0" hangingPunct="1">
        <a:lnSpc>
          <a:spcPct val="90000"/>
        </a:lnSpc>
        <a:spcBef>
          <a:spcPct val="20000"/>
        </a:spcBef>
        <a:buFont typeface="Arial" panose="020B0604020202020204" pitchFamily="34" charset="0"/>
        <a:buChar char="–"/>
        <a:defRPr sz="1867" kern="1200" spc="-27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4pPr>
      <a:lvl5pPr marL="793731" indent="-230712" algn="l" defTabSz="1219170" rtl="0" eaLnBrk="1" latinLnBrk="0" hangingPunct="1">
        <a:lnSpc>
          <a:spcPct val="90000"/>
        </a:lnSpc>
        <a:spcBef>
          <a:spcPct val="20000"/>
        </a:spcBef>
        <a:buClr>
          <a:schemeClr val="tx1"/>
        </a:buClr>
        <a:buFont typeface="Arial" panose="020B0604020202020204" pitchFamily="34" charset="0"/>
        <a:buChar char="–"/>
        <a:defRPr sz="1867" kern="1200" spc="-27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5pPr>
      <a:lvl6pPr marL="1066773" indent="-253994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sz="1867" kern="1200">
          <a:solidFill>
            <a:schemeClr val="tx1"/>
          </a:solidFill>
          <a:latin typeface="Helvetica 55 Roman" panose="020B0604020202020204" pitchFamily="34" charset="0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601" y="357717"/>
            <a:ext cx="11355300" cy="98848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title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601" y="1574801"/>
            <a:ext cx="11355300" cy="44936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GB"/>
              <a:t>Sixth level</a:t>
            </a:r>
          </a:p>
        </p:txBody>
      </p:sp>
      <p:sp>
        <p:nvSpPr>
          <p:cNvPr id="9" name="Text Placeholder 10"/>
          <p:cNvSpPr txBox="1">
            <a:spLocks/>
          </p:cNvSpPr>
          <p:nvPr/>
        </p:nvSpPr>
        <p:spPr>
          <a:xfrm>
            <a:off x="419100" y="6047314"/>
            <a:ext cx="366680" cy="446615"/>
          </a:xfrm>
          <a:prstGeom prst="rect">
            <a:avLst/>
          </a:prstGeom>
        </p:spPr>
        <p:txBody>
          <a:bodyPr wrap="square" lIns="9600" tIns="0" rIns="0" bIns="0" anchor="b"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tx1"/>
              </a:buClr>
              <a:buSzTx/>
              <a:buFont typeface="Helvetica 75" panose="020B0804020202020204" pitchFamily="34" charset="0"/>
              <a:buNone/>
              <a:tabLst/>
              <a:defRPr lang="fr-FR" sz="1200" kern="1200" baseline="0" dirty="0" smtClean="0">
                <a:solidFill>
                  <a:schemeClr val="tx1">
                    <a:lumMod val="50000"/>
                  </a:schemeClr>
                </a:solidFill>
                <a:latin typeface="Helvetica 75" panose="020B0804020202020204" pitchFamily="34" charset="0"/>
                <a:ea typeface="+mn-ea"/>
                <a:cs typeface="+mn-cs"/>
              </a:defRPr>
            </a:lvl1pPr>
            <a:lvl2pPr marL="688975" indent="-231775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2pPr>
            <a:lvl3pPr marL="12446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3pPr>
            <a:lvl4pPr marL="16637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4pPr>
            <a:lvl5pPr marL="2251075" indent="-59690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1600"/>
              </a:spcAft>
              <a:buClr>
                <a:srgbClr val="FFFFFF"/>
              </a:buClr>
              <a:buSzTx/>
              <a:buFont typeface="Helvetica 75" panose="020B0804020202020204" pitchFamily="34" charset="0"/>
              <a:buNone/>
              <a:tabLst/>
              <a:defRPr/>
            </a:pPr>
            <a:fld id="{8702007A-2642-4DC4-A457-FD791426C840}" type="slidenum">
              <a:rPr kumimoji="0" lang="en-GB" sz="1067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pPr marL="0" marR="0" lvl="0" indent="0" algn="l" defTabSz="121917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1600"/>
                </a:spcAft>
                <a:buClr>
                  <a:srgbClr val="FFFFFF"/>
                </a:buClr>
                <a:buSzTx/>
                <a:buFont typeface="Helvetica 75" panose="020B0804020202020204" pitchFamily="34" charset="0"/>
                <a:buNone/>
                <a:tabLst/>
                <a:defRPr/>
              </a:pPr>
              <a:t>‹N°›</a:t>
            </a:fld>
            <a:endParaRPr kumimoji="0" lang="en-GB" sz="1067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 75 Bold" panose="020B0804020202020204" pitchFamily="34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2DC4D2-1E44-4329-86DC-2A42664C7B6E}"/>
              </a:ext>
            </a:extLst>
          </p:cNvPr>
          <p:cNvSpPr txBox="1"/>
          <p:nvPr userDrawn="1"/>
        </p:nvSpPr>
        <p:spPr>
          <a:xfrm>
            <a:off x="826061" y="6332195"/>
            <a:ext cx="787075" cy="1642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1067" b="0" i="0" u="none" strike="noStrike" kern="120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Confidential</a:t>
            </a:r>
          </a:p>
        </p:txBody>
      </p:sp>
      <p:sp>
        <p:nvSpPr>
          <p:cNvPr id="6" name="MSIPCMContentMarking" descr="{&quot;HashCode&quot;:-309203560,&quot;Placement&quot;:&quot;Footer&quot;,&quot;Top&quot;:523.8,&quot;Left&quot;:435.058655,&quot;SlideWidth&quot;:960,&quot;SlideHeight&quot;:540}">
            <a:extLst>
              <a:ext uri="{FF2B5EF4-FFF2-40B4-BE49-F238E27FC236}">
                <a16:creationId xmlns:a16="http://schemas.microsoft.com/office/drawing/2014/main" id="{61BD2377-3231-4F6C-96D0-167210816122}"/>
              </a:ext>
            </a:extLst>
          </p:cNvPr>
          <p:cNvSpPr txBox="1"/>
          <p:nvPr userDrawn="1"/>
        </p:nvSpPr>
        <p:spPr>
          <a:xfrm>
            <a:off x="5525245" y="6652260"/>
            <a:ext cx="1141510" cy="205740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800">
                <a:solidFill>
                  <a:srgbClr val="ED7D31"/>
                </a:solidFill>
                <a:latin typeface="Helvetica 75 Bold" panose="020B0804020202020204" pitchFamily="34" charset="0"/>
              </a:rPr>
              <a:t>Orange Restricted</a:t>
            </a:r>
            <a:endParaRPr lang="fr-FR" sz="800" err="1">
              <a:solidFill>
                <a:srgbClr val="ED7D31"/>
              </a:solidFill>
              <a:latin typeface="Helvetica 75 Bold" panose="020B08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2881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1219170" rtl="0" eaLnBrk="1" latinLnBrk="0" hangingPunct="1">
        <a:lnSpc>
          <a:spcPct val="90000"/>
        </a:lnSpc>
        <a:spcBef>
          <a:spcPct val="0"/>
        </a:spcBef>
        <a:buNone/>
        <a:defRPr sz="2667" kern="1200" spc="-27" baseline="0">
          <a:solidFill>
            <a:schemeClr val="bg2"/>
          </a:solidFill>
          <a:latin typeface="Helvetica 75 Bold" panose="020B0804020202020204" pitchFamily="34" charset="0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ct val="90000"/>
        </a:lnSpc>
        <a:spcBef>
          <a:spcPts val="800"/>
        </a:spcBef>
        <a:buClr>
          <a:schemeClr val="bg1"/>
        </a:buClr>
        <a:buSzPct val="25000"/>
        <a:buFont typeface="Calibri" panose="020F0502020204030204" pitchFamily="34" charset="0"/>
        <a:buNone/>
        <a:tabLst/>
        <a:defRPr sz="1867" kern="1200" spc="-27" baseline="0">
          <a:solidFill>
            <a:schemeClr val="bg2"/>
          </a:solidFill>
          <a:latin typeface="Helvetica 75 Bold" panose="020B0804020202020204" pitchFamily="34" charset="0"/>
          <a:ea typeface="+mn-ea"/>
          <a:cs typeface="+mn-cs"/>
        </a:defRPr>
      </a:lvl1pPr>
      <a:lvl2pPr marL="0" indent="0" algn="l" defTabSz="1219170" rtl="0" eaLnBrk="1" latinLnBrk="0" hangingPunct="1">
        <a:lnSpc>
          <a:spcPct val="90000"/>
        </a:lnSpc>
        <a:spcBef>
          <a:spcPts val="800"/>
        </a:spcBef>
        <a:buClr>
          <a:schemeClr val="bg1"/>
        </a:buClr>
        <a:buSzPct val="25000"/>
        <a:buFont typeface="Calibri" panose="020F0502020204030204" pitchFamily="34" charset="0"/>
        <a:buNone/>
        <a:defRPr sz="1867" kern="1200" spc="-27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2pPr>
      <a:lvl3pPr marL="241294" indent="-241294" algn="l" defTabSz="1219170" rtl="0" eaLnBrk="1" latinLnBrk="0" hangingPunct="1">
        <a:lnSpc>
          <a:spcPct val="90000"/>
        </a:lnSpc>
        <a:spcBef>
          <a:spcPts val="800"/>
        </a:spcBef>
        <a:buClr>
          <a:schemeClr val="bg2"/>
        </a:buClr>
        <a:buFont typeface="Wingdings" panose="05000000000000000000" pitchFamily="2" charset="2"/>
        <a:buChar char="§"/>
        <a:defRPr sz="1867" kern="1200" spc="-27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3pPr>
      <a:lvl4pPr marL="543970" indent="-253994" algn="l" defTabSz="1219170" rtl="0" eaLnBrk="1" latinLnBrk="0" hangingPunct="1">
        <a:lnSpc>
          <a:spcPct val="90000"/>
        </a:lnSpc>
        <a:spcBef>
          <a:spcPct val="20000"/>
        </a:spcBef>
        <a:buFont typeface="Arial" panose="020B0604020202020204" pitchFamily="34" charset="0"/>
        <a:buChar char="–"/>
        <a:defRPr sz="1867" kern="1200" spc="-27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4pPr>
      <a:lvl5pPr marL="793731" indent="-230712" algn="l" defTabSz="1219170" rtl="0" eaLnBrk="1" latinLnBrk="0" hangingPunct="1">
        <a:lnSpc>
          <a:spcPct val="90000"/>
        </a:lnSpc>
        <a:spcBef>
          <a:spcPct val="20000"/>
        </a:spcBef>
        <a:buClr>
          <a:schemeClr val="tx1"/>
        </a:buClr>
        <a:buFont typeface="Arial" panose="020B0604020202020204" pitchFamily="34" charset="0"/>
        <a:buChar char="–"/>
        <a:defRPr sz="1867" kern="1200" spc="-27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5pPr>
      <a:lvl6pPr marL="1066773" indent="-253994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sz="1867" kern="1200">
          <a:solidFill>
            <a:schemeClr val="tx1"/>
          </a:solidFill>
          <a:latin typeface="Helvetica 55 Roman" panose="020B0604020202020204" pitchFamily="34" charset="0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microsoft.com/office/2018/10/relationships/comments" Target="../comments/modernComment_112_6DAD9EFA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7_8F29BD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>
            <a:extLst>
              <a:ext uri="{FF2B5EF4-FFF2-40B4-BE49-F238E27FC236}">
                <a16:creationId xmlns:a16="http://schemas.microsoft.com/office/drawing/2014/main" id="{E0CE246B-3297-E8E3-81D2-9510C8EF37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043" y="823752"/>
            <a:ext cx="6439052" cy="3072175"/>
          </a:xfrm>
        </p:spPr>
        <p:txBody>
          <a:bodyPr/>
          <a:lstStyle/>
          <a:p>
            <a:r>
              <a:rPr lang="en-GB"/>
              <a:t>Moteur de </a:t>
            </a:r>
            <a:r>
              <a:rPr lang="en-GB" err="1"/>
              <a:t>reco</a:t>
            </a:r>
            <a:r>
              <a:rPr lang="en-GB"/>
              <a:t> V2 + perspectives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6631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4F257A-72AA-415D-9DB2-F2E0FF545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>
                <a:solidFill>
                  <a:schemeClr val="bg2"/>
                </a:solidFill>
              </a:rPr>
              <a:t>Plan</a:t>
            </a:r>
          </a:p>
          <a:p>
            <a:endParaRPr lang="en-GB">
              <a:solidFill>
                <a:schemeClr val="tx1"/>
              </a:solidFill>
            </a:endParaRPr>
          </a:p>
          <a:p>
            <a:endParaRPr lang="en-GB">
              <a:solidFill>
                <a:schemeClr val="tx1"/>
              </a:solidFill>
            </a:endParaRPr>
          </a:p>
          <a:p>
            <a:pPr lvl="1"/>
            <a:r>
              <a:rPr lang="fr-FR"/>
              <a:t>Rappel de la logique </a:t>
            </a:r>
          </a:p>
          <a:p>
            <a:pPr lvl="1"/>
            <a:r>
              <a:rPr lang="fr-FR"/>
              <a:t>Résultats</a:t>
            </a:r>
          </a:p>
          <a:p>
            <a:pPr lvl="1"/>
            <a:r>
              <a:rPr lang="fr-FR"/>
              <a:t>Perspectives 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1525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A16651B-3AD1-400D-8471-64B7DF47F9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8359" y="357719"/>
            <a:ext cx="8988288" cy="955516"/>
          </a:xfrm>
        </p:spPr>
        <p:txBody>
          <a:bodyPr>
            <a:normAutofit fontScale="55000" lnSpcReduction="20000"/>
          </a:bodyPr>
          <a:lstStyle/>
          <a:p>
            <a:r>
              <a:rPr lang="en-GB">
                <a:solidFill>
                  <a:schemeClr val="bg2"/>
                </a:solidFill>
              </a:rPr>
              <a:t>Revue de la logique : Arbre de décision</a:t>
            </a:r>
            <a:br>
              <a:rPr lang="en-GB"/>
            </a:br>
            <a:endParaRPr lang="en-GB">
              <a:solidFill>
                <a:schemeClr val="bg1"/>
              </a:solidFill>
            </a:endParaRPr>
          </a:p>
          <a:p>
            <a:endParaRPr lang="en-GB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CD12054-D1A7-9D9D-1ABB-02D66A780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521" y="1004472"/>
            <a:ext cx="8696325" cy="499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2">
            <a:extLst>
              <a:ext uri="{FF2B5EF4-FFF2-40B4-BE49-F238E27FC236}">
                <a16:creationId xmlns:a16="http://schemas.microsoft.com/office/drawing/2014/main" id="{91DF1C54-CEE9-6967-2FF5-9A6328D2A6C6}"/>
              </a:ext>
            </a:extLst>
          </p:cNvPr>
          <p:cNvSpPr txBox="1"/>
          <p:nvPr/>
        </p:nvSpPr>
        <p:spPr>
          <a:xfrm>
            <a:off x="1838218" y="1004472"/>
            <a:ext cx="2378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solidFill>
                  <a:schemeClr val="bg1"/>
                </a:solidFill>
              </a:rPr>
              <a:t>Communautés publiques</a:t>
            </a:r>
          </a:p>
        </p:txBody>
      </p:sp>
      <p:sp>
        <p:nvSpPr>
          <p:cNvPr id="9" name="ZoneTexte 1">
            <a:extLst>
              <a:ext uri="{FF2B5EF4-FFF2-40B4-BE49-F238E27FC236}">
                <a16:creationId xmlns:a16="http://schemas.microsoft.com/office/drawing/2014/main" id="{E512EC30-B769-9637-29C5-FE7BAA7DE857}"/>
              </a:ext>
            </a:extLst>
          </p:cNvPr>
          <p:cNvSpPr txBox="1"/>
          <p:nvPr/>
        </p:nvSpPr>
        <p:spPr>
          <a:xfrm>
            <a:off x="6566543" y="1142971"/>
            <a:ext cx="2316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9pPr>
          </a:lstStyle>
          <a:p>
            <a:r>
              <a:rPr lang="fr-FR" b="1"/>
              <a:t>Communautés privées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36A56752-0DD0-E6CF-72B7-0A21D353F4BE}"/>
              </a:ext>
            </a:extLst>
          </p:cNvPr>
          <p:cNvCxnSpPr>
            <a:cxnSpLocks/>
          </p:cNvCxnSpPr>
          <p:nvPr/>
        </p:nvCxnSpPr>
        <p:spPr>
          <a:xfrm flipV="1">
            <a:off x="6437051" y="1959988"/>
            <a:ext cx="2227555" cy="200234"/>
          </a:xfrm>
          <a:prstGeom prst="straightConnector1">
            <a:avLst/>
          </a:prstGeom>
          <a:noFill/>
          <a:ln w="38100" cap="flat" cmpd="sng" algn="ctr">
            <a:solidFill>
              <a:srgbClr val="FFC000"/>
            </a:solidFill>
            <a:prstDash val="solid"/>
            <a:miter lim="800000"/>
            <a:tailEnd type="triangle"/>
          </a:ln>
          <a:effec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ZoneTexte 7">
            <a:extLst>
              <a:ext uri="{FF2B5EF4-FFF2-40B4-BE49-F238E27FC236}">
                <a16:creationId xmlns:a16="http://schemas.microsoft.com/office/drawing/2014/main" id="{45B771FE-0304-8E41-EFC2-D11DFD839070}"/>
              </a:ext>
            </a:extLst>
          </p:cNvPr>
          <p:cNvSpPr txBox="1"/>
          <p:nvPr/>
        </p:nvSpPr>
        <p:spPr>
          <a:xfrm>
            <a:off x="8183546" y="1582257"/>
            <a:ext cx="25314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>
                <a:solidFill>
                  <a:srgbClr val="FFC000"/>
                </a:solidFill>
              </a:rPr>
              <a:t>Contenus très confidentiels</a:t>
            </a:r>
          </a:p>
        </p:txBody>
      </p:sp>
      <p:sp>
        <p:nvSpPr>
          <p:cNvPr id="15" name="ZoneTexte 6">
            <a:extLst>
              <a:ext uri="{FF2B5EF4-FFF2-40B4-BE49-F238E27FC236}">
                <a16:creationId xmlns:a16="http://schemas.microsoft.com/office/drawing/2014/main" id="{511B9D9C-8CEA-6802-8C33-E9AC0CC2ABEB}"/>
              </a:ext>
            </a:extLst>
          </p:cNvPr>
          <p:cNvSpPr txBox="1"/>
          <p:nvPr/>
        </p:nvSpPr>
        <p:spPr>
          <a:xfrm>
            <a:off x="5567423" y="5530363"/>
            <a:ext cx="2530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9pPr>
          </a:lstStyle>
          <a:p>
            <a:r>
              <a:rPr lang="fr-FR" b="1"/>
              <a:t>Outil approprié à l’usage</a:t>
            </a:r>
          </a:p>
        </p:txBody>
      </p:sp>
      <p:sp>
        <p:nvSpPr>
          <p:cNvPr id="16" name="ZoneTexte 6">
            <a:extLst>
              <a:ext uri="{FF2B5EF4-FFF2-40B4-BE49-F238E27FC236}">
                <a16:creationId xmlns:a16="http://schemas.microsoft.com/office/drawing/2014/main" id="{599F9878-A27D-6A6F-471A-5BFBF356001A}"/>
              </a:ext>
            </a:extLst>
          </p:cNvPr>
          <p:cNvSpPr txBox="1"/>
          <p:nvPr/>
        </p:nvSpPr>
        <p:spPr>
          <a:xfrm>
            <a:off x="1714514" y="4928161"/>
            <a:ext cx="2530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9pPr>
          </a:lstStyle>
          <a:p>
            <a:r>
              <a:rPr lang="fr-FR" b="1"/>
              <a:t>Outil approprié à l’usage</a:t>
            </a:r>
          </a:p>
        </p:txBody>
      </p:sp>
      <p:sp>
        <p:nvSpPr>
          <p:cNvPr id="18" name="ZoneTexte 16">
            <a:extLst>
              <a:ext uri="{FF2B5EF4-FFF2-40B4-BE49-F238E27FC236}">
                <a16:creationId xmlns:a16="http://schemas.microsoft.com/office/drawing/2014/main" id="{7BBE6B0B-2184-E0BA-8031-63D9F8FB5C94}"/>
              </a:ext>
            </a:extLst>
          </p:cNvPr>
          <p:cNvSpPr txBox="1"/>
          <p:nvPr/>
        </p:nvSpPr>
        <p:spPr>
          <a:xfrm>
            <a:off x="4053710" y="3820193"/>
            <a:ext cx="22193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9pPr>
          </a:lstStyle>
          <a:p>
            <a:r>
              <a:rPr lang="fr-FR" sz="1600" b="1"/>
              <a:t>Identification de l’usage</a:t>
            </a:r>
          </a:p>
          <a:p>
            <a:r>
              <a:rPr lang="fr-FR" sz="1600" b="1"/>
              <a:t>De la communauté</a:t>
            </a:r>
          </a:p>
        </p:txBody>
      </p:sp>
    </p:spTree>
    <p:extLst>
      <p:ext uri="{BB962C8B-B14F-4D97-AF65-F5344CB8AC3E}">
        <p14:creationId xmlns:p14="http://schemas.microsoft.com/office/powerpoint/2010/main" val="184009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A16651B-3AD1-400D-8471-64B7DF47F9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8359" y="357719"/>
            <a:ext cx="8988288" cy="955516"/>
          </a:xfrm>
        </p:spPr>
        <p:txBody>
          <a:bodyPr>
            <a:normAutofit fontScale="62500" lnSpcReduction="20000"/>
          </a:bodyPr>
          <a:lstStyle/>
          <a:p>
            <a:r>
              <a:rPr lang="en-GB">
                <a:solidFill>
                  <a:schemeClr val="bg2"/>
                </a:solidFill>
              </a:rPr>
              <a:t>Revue de la logique</a:t>
            </a:r>
            <a:br>
              <a:rPr lang="en-GB"/>
            </a:br>
            <a:endParaRPr lang="en-GB">
              <a:solidFill>
                <a:schemeClr val="bg1"/>
              </a:solidFill>
            </a:endParaRPr>
          </a:p>
          <a:p>
            <a:endParaRPr lang="en-GB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BBD4B830-49FC-23E5-95CC-EDACBD83C07E}"/>
              </a:ext>
            </a:extLst>
          </p:cNvPr>
          <p:cNvGrpSpPr/>
          <p:nvPr/>
        </p:nvGrpSpPr>
        <p:grpSpPr>
          <a:xfrm>
            <a:off x="203200" y="978647"/>
            <a:ext cx="11773641" cy="4900706"/>
            <a:chOff x="203200" y="978647"/>
            <a:chExt cx="11773641" cy="4900706"/>
          </a:xfrm>
        </p:grpSpPr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F9FA9C7F-DB0C-EAB9-3097-824EF1F816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-638" t="1389" r="4070" b="-1389"/>
            <a:stretch/>
          </p:blipFill>
          <p:spPr>
            <a:xfrm>
              <a:off x="203200" y="978647"/>
              <a:ext cx="11773641" cy="4900706"/>
            </a:xfrm>
            <a:prstGeom prst="rect">
              <a:avLst/>
            </a:prstGeom>
          </p:spPr>
        </p:pic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CD390A6B-D342-77A6-A256-62A0966F38B7}"/>
                </a:ext>
              </a:extLst>
            </p:cNvPr>
            <p:cNvSpPr txBox="1"/>
            <p:nvPr/>
          </p:nvSpPr>
          <p:spPr>
            <a:xfrm>
              <a:off x="683581" y="1934163"/>
              <a:ext cx="3497752" cy="215444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r>
                <a:rPr lang="fr-FR" sz="1400" dirty="0"/>
                <a:t>Analyse des contenus de la communauté</a:t>
              </a:r>
            </a:p>
          </p:txBody>
        </p: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D0F14AC6-D087-1F48-B817-DC0011428C6A}"/>
                </a:ext>
              </a:extLst>
            </p:cNvPr>
            <p:cNvSpPr txBox="1"/>
            <p:nvPr/>
          </p:nvSpPr>
          <p:spPr>
            <a:xfrm>
              <a:off x="7839872" y="1192811"/>
              <a:ext cx="3933769" cy="430887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r>
                <a:rPr lang="fr-FR" sz="1400"/>
                <a:t>Identification des outils du plus recommandés</a:t>
              </a:r>
            </a:p>
            <a:p>
              <a:r>
                <a:rPr lang="fr-FR" sz="1400"/>
                <a:t>au moins recommandé </a:t>
              </a:r>
            </a:p>
          </p:txBody>
        </p:sp>
        <p:sp>
          <p:nvSpPr>
            <p:cNvPr id="3" name="ZoneTexte 2">
              <a:extLst>
                <a:ext uri="{FF2B5EF4-FFF2-40B4-BE49-F238E27FC236}">
                  <a16:creationId xmlns:a16="http://schemas.microsoft.com/office/drawing/2014/main" id="{9AF9FC5A-31D9-CC86-B278-7C117565E1BD}"/>
                </a:ext>
              </a:extLst>
            </p:cNvPr>
            <p:cNvSpPr txBox="1"/>
            <p:nvPr/>
          </p:nvSpPr>
          <p:spPr>
            <a:xfrm>
              <a:off x="4678461" y="5402977"/>
              <a:ext cx="2149627" cy="215444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r>
                <a:rPr lang="fr-FR" sz="1400"/>
                <a:t>Usage les plus probables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62232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>
            <a:extLst>
              <a:ext uri="{FF2B5EF4-FFF2-40B4-BE49-F238E27FC236}">
                <a16:creationId xmlns:a16="http://schemas.microsoft.com/office/drawing/2014/main" id="{CFE337A2-9355-4089-EEBF-27D578417801}"/>
              </a:ext>
            </a:extLst>
          </p:cNvPr>
          <p:cNvGrpSpPr/>
          <p:nvPr/>
        </p:nvGrpSpPr>
        <p:grpSpPr>
          <a:xfrm>
            <a:off x="7581106" y="4021046"/>
            <a:ext cx="3462976" cy="1526657"/>
            <a:chOff x="8033461" y="1594754"/>
            <a:chExt cx="3462976" cy="1526657"/>
          </a:xfrm>
        </p:grpSpPr>
        <p:sp>
          <p:nvSpPr>
            <p:cNvPr id="6" name="Text Placeholder 1">
              <a:extLst>
                <a:ext uri="{FF2B5EF4-FFF2-40B4-BE49-F238E27FC236}">
                  <a16:creationId xmlns:a16="http://schemas.microsoft.com/office/drawing/2014/main" id="{8785EE4D-0860-100D-2C25-E8FFA25E7BB9}"/>
                </a:ext>
              </a:extLst>
            </p:cNvPr>
            <p:cNvSpPr txBox="1">
              <a:spLocks/>
            </p:cNvSpPr>
            <p:nvPr/>
          </p:nvSpPr>
          <p:spPr>
            <a:xfrm>
              <a:off x="8033461" y="1594754"/>
              <a:ext cx="2746372" cy="1310576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1219170" rtl="0" eaLnBrk="1" latinLnBrk="0" hangingPunct="1">
                <a:lnSpc>
                  <a:spcPct val="85000"/>
                </a:lnSpc>
                <a:spcBef>
                  <a:spcPts val="0"/>
                </a:spcBef>
                <a:buClr>
                  <a:schemeClr val="bg1"/>
                </a:buClr>
                <a:buSzPct val="25000"/>
                <a:buFont typeface="Calibri" panose="020F0502020204030204" pitchFamily="34" charset="0"/>
                <a:buNone/>
                <a:tabLst/>
                <a:defRPr sz="7333" kern="1200" spc="-27" baseline="0">
                  <a:solidFill>
                    <a:schemeClr val="bg2"/>
                  </a:solidFill>
                  <a:latin typeface="Helvetica 75 Bold" panose="020B0804020202020204" pitchFamily="34" charset="0"/>
                  <a:ea typeface="+mn-ea"/>
                  <a:cs typeface="+mn-cs"/>
                </a:defRPr>
              </a:lvl1pPr>
              <a:lvl2pPr marL="0" indent="0" algn="l" defTabSz="1219170" rtl="0" eaLnBrk="1" latinLnBrk="0" hangingPunct="1">
                <a:lnSpc>
                  <a:spcPct val="85000"/>
                </a:lnSpc>
                <a:spcBef>
                  <a:spcPts val="0"/>
                </a:spcBef>
                <a:buClr>
                  <a:schemeClr val="bg1"/>
                </a:buClr>
                <a:buSzPct val="25000"/>
                <a:buFont typeface="Calibri" panose="020F0502020204030204" pitchFamily="34" charset="0"/>
                <a:buNone/>
                <a:defRPr sz="7333" kern="1200" spc="-27" baseline="0">
                  <a:solidFill>
                    <a:schemeClr val="tx1"/>
                  </a:solidFill>
                  <a:latin typeface="Helvetica 75 Bold" panose="020B0804020202020204" pitchFamily="34" charset="0"/>
                  <a:ea typeface="+mn-ea"/>
                  <a:cs typeface="+mn-cs"/>
                </a:defRPr>
              </a:lvl2pPr>
              <a:lvl3pPr marL="241294" indent="-241294" algn="l" defTabSz="1219170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7333" kern="1200" spc="-27" baseline="0">
                  <a:solidFill>
                    <a:schemeClr val="tx1"/>
                  </a:solidFill>
                  <a:latin typeface="Helvetica 75 Bold" panose="020B0804020202020204" pitchFamily="34" charset="0"/>
                  <a:ea typeface="+mn-ea"/>
                  <a:cs typeface="+mn-cs"/>
                </a:defRPr>
              </a:lvl3pPr>
              <a:lvl4pPr marL="543970" indent="-253994" algn="l" defTabSz="1219170" rtl="0" eaLnBrk="1" latinLnBrk="0" hangingPunct="1">
                <a:lnSpc>
                  <a:spcPct val="9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7333" kern="1200" spc="-27" baseline="0">
                  <a:solidFill>
                    <a:schemeClr val="tx1"/>
                  </a:solidFill>
                  <a:latin typeface="Helvetica 55 Roman" panose="000B0500000000000000" pitchFamily="34" charset="0"/>
                  <a:ea typeface="+mn-ea"/>
                  <a:cs typeface="+mn-cs"/>
                </a:defRPr>
              </a:lvl4pPr>
              <a:lvl5pPr marL="793731" indent="-230712" algn="l" defTabSz="1219170" rtl="0" eaLnBrk="1" latinLnBrk="0" hangingPunct="1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Font typeface="Arial" panose="020B0604020202020204" pitchFamily="34" charset="0"/>
                <a:buChar char="–"/>
                <a:defRPr sz="7333" kern="1200" spc="-27" baseline="0">
                  <a:solidFill>
                    <a:schemeClr val="tx1"/>
                  </a:solidFill>
                  <a:latin typeface="Helvetica 55 Roman" panose="000B0500000000000000" pitchFamily="34" charset="0"/>
                  <a:ea typeface="+mn-ea"/>
                  <a:cs typeface="+mn-cs"/>
                </a:defRPr>
              </a:lvl5pPr>
              <a:lvl6pPr marL="1066773" indent="-253994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867" kern="1200">
                  <a:solidFill>
                    <a:schemeClr val="tx1"/>
                  </a:solidFill>
                  <a:latin typeface="Helvetica 55 Roman" panose="020B0604020202020204" pitchFamily="34" charset="0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11500" dirty="0">
                  <a:solidFill>
                    <a:srgbClr val="00B050"/>
                  </a:solidFill>
                  <a:latin typeface="Helvetica 75 Bold"/>
                </a:rPr>
                <a:t>105</a:t>
              </a:r>
              <a:endParaRPr lang="en-GB" sz="11500" dirty="0">
                <a:solidFill>
                  <a:srgbClr val="00B050"/>
                </a:solidFill>
              </a:endParaRPr>
            </a:p>
            <a:p>
              <a:endParaRPr lang="en-GB" sz="34400"/>
            </a:p>
            <a:p>
              <a:endParaRPr lang="en-GB" sz="34400"/>
            </a:p>
          </p:txBody>
        </p:sp>
        <p:sp>
          <p:nvSpPr>
            <p:cNvPr id="7" name="Text Placeholder 1">
              <a:extLst>
                <a:ext uri="{FF2B5EF4-FFF2-40B4-BE49-F238E27FC236}">
                  <a16:creationId xmlns:a16="http://schemas.microsoft.com/office/drawing/2014/main" id="{1B064D49-6174-DC82-6568-1CE71FFB16A0}"/>
                </a:ext>
              </a:extLst>
            </p:cNvPr>
            <p:cNvSpPr txBox="1">
              <a:spLocks/>
            </p:cNvSpPr>
            <p:nvPr/>
          </p:nvSpPr>
          <p:spPr>
            <a:xfrm>
              <a:off x="10227082" y="2609673"/>
              <a:ext cx="1269355" cy="511738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1219170" rtl="0" eaLnBrk="1" latinLnBrk="0" hangingPunct="1">
                <a:lnSpc>
                  <a:spcPct val="85000"/>
                </a:lnSpc>
                <a:spcBef>
                  <a:spcPts val="0"/>
                </a:spcBef>
                <a:buClr>
                  <a:schemeClr val="bg1"/>
                </a:buClr>
                <a:buSzPct val="25000"/>
                <a:buFont typeface="Calibri" panose="020F0502020204030204" pitchFamily="34" charset="0"/>
                <a:buNone/>
                <a:tabLst/>
                <a:defRPr sz="7333" kern="1200" spc="-27" baseline="0">
                  <a:solidFill>
                    <a:schemeClr val="bg2"/>
                  </a:solidFill>
                  <a:latin typeface="Helvetica 75 Bold" panose="020B0804020202020204" pitchFamily="34" charset="0"/>
                  <a:ea typeface="+mn-ea"/>
                  <a:cs typeface="+mn-cs"/>
                </a:defRPr>
              </a:lvl1pPr>
              <a:lvl2pPr marL="0" indent="0" algn="l" defTabSz="1219170" rtl="0" eaLnBrk="1" latinLnBrk="0" hangingPunct="1">
                <a:lnSpc>
                  <a:spcPct val="85000"/>
                </a:lnSpc>
                <a:spcBef>
                  <a:spcPts val="0"/>
                </a:spcBef>
                <a:buClr>
                  <a:schemeClr val="bg1"/>
                </a:buClr>
                <a:buSzPct val="25000"/>
                <a:buFont typeface="Calibri" panose="020F0502020204030204" pitchFamily="34" charset="0"/>
                <a:buNone/>
                <a:defRPr sz="7333" kern="1200" spc="-27" baseline="0">
                  <a:solidFill>
                    <a:schemeClr val="tx1"/>
                  </a:solidFill>
                  <a:latin typeface="Helvetica 75 Bold" panose="020B0804020202020204" pitchFamily="34" charset="0"/>
                  <a:ea typeface="+mn-ea"/>
                  <a:cs typeface="+mn-cs"/>
                </a:defRPr>
              </a:lvl2pPr>
              <a:lvl3pPr marL="241294" indent="-241294" algn="l" defTabSz="1219170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7333" kern="1200" spc="-27" baseline="0">
                  <a:solidFill>
                    <a:schemeClr val="tx1"/>
                  </a:solidFill>
                  <a:latin typeface="Helvetica 75 Bold" panose="020B0804020202020204" pitchFamily="34" charset="0"/>
                  <a:ea typeface="+mn-ea"/>
                  <a:cs typeface="+mn-cs"/>
                </a:defRPr>
              </a:lvl3pPr>
              <a:lvl4pPr marL="543970" indent="-253994" algn="l" defTabSz="1219170" rtl="0" eaLnBrk="1" latinLnBrk="0" hangingPunct="1">
                <a:lnSpc>
                  <a:spcPct val="9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7333" kern="1200" spc="-27" baseline="0">
                  <a:solidFill>
                    <a:schemeClr val="tx1"/>
                  </a:solidFill>
                  <a:latin typeface="Helvetica 55 Roman" panose="000B0500000000000000" pitchFamily="34" charset="0"/>
                  <a:ea typeface="+mn-ea"/>
                  <a:cs typeface="+mn-cs"/>
                </a:defRPr>
              </a:lvl4pPr>
              <a:lvl5pPr marL="793731" indent="-230712" algn="l" defTabSz="1219170" rtl="0" eaLnBrk="1" latinLnBrk="0" hangingPunct="1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Font typeface="Arial" panose="020B0604020202020204" pitchFamily="34" charset="0"/>
                <a:buChar char="–"/>
                <a:defRPr sz="7333" kern="1200" spc="-27" baseline="0">
                  <a:solidFill>
                    <a:schemeClr val="tx1"/>
                  </a:solidFill>
                  <a:latin typeface="Helvetica 55 Roman" panose="000B0500000000000000" pitchFamily="34" charset="0"/>
                  <a:ea typeface="+mn-ea"/>
                  <a:cs typeface="+mn-cs"/>
                </a:defRPr>
              </a:lvl5pPr>
              <a:lvl6pPr marL="1066773" indent="-253994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867" kern="1200">
                  <a:solidFill>
                    <a:schemeClr val="tx1"/>
                  </a:solidFill>
                  <a:latin typeface="Helvetica 55 Roman" panose="020B0604020202020204" pitchFamily="34" charset="0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4000">
                  <a:solidFill>
                    <a:srgbClr val="00B050"/>
                  </a:solidFill>
                  <a:latin typeface="Helvetica 75 Bold"/>
                </a:rPr>
                <a:t>95%</a:t>
              </a:r>
              <a:endParaRPr lang="en-GB" sz="7200">
                <a:solidFill>
                  <a:srgbClr val="00B050"/>
                </a:solidFill>
              </a:endParaRPr>
            </a:p>
            <a:p>
              <a:endParaRPr lang="en-GB" sz="8000"/>
            </a:p>
          </p:txBody>
        </p:sp>
      </p:grp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E6477DDC-820D-4A9E-E75E-067B33DAA3D5}"/>
              </a:ext>
            </a:extLst>
          </p:cNvPr>
          <p:cNvSpPr txBox="1">
            <a:spLocks/>
          </p:cNvSpPr>
          <p:nvPr/>
        </p:nvSpPr>
        <p:spPr>
          <a:xfrm>
            <a:off x="8236123" y="721480"/>
            <a:ext cx="3719172" cy="131057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1219170" rtl="0" eaLnBrk="1" latinLnBrk="0" hangingPunct="1">
              <a:lnSpc>
                <a:spcPct val="85000"/>
              </a:lnSpc>
              <a:spcBef>
                <a:spcPts val="0"/>
              </a:spcBef>
              <a:buClr>
                <a:schemeClr val="bg1"/>
              </a:buClr>
              <a:buSzPct val="25000"/>
              <a:buFont typeface="Calibri" panose="020F0502020204030204" pitchFamily="34" charset="0"/>
              <a:buNone/>
              <a:tabLst/>
              <a:defRPr sz="7333" kern="1200" spc="-27" baseline="0">
                <a:solidFill>
                  <a:schemeClr val="bg2"/>
                </a:solidFill>
                <a:latin typeface="Helvetica 75 Bold" panose="020B0804020202020204" pitchFamily="34" charset="0"/>
                <a:ea typeface="+mn-ea"/>
                <a:cs typeface="+mn-cs"/>
              </a:defRPr>
            </a:lvl1pPr>
            <a:lvl2pPr marL="0" indent="0" algn="l" defTabSz="1219170" rtl="0" eaLnBrk="1" latinLnBrk="0" hangingPunct="1">
              <a:lnSpc>
                <a:spcPct val="85000"/>
              </a:lnSpc>
              <a:spcBef>
                <a:spcPts val="0"/>
              </a:spcBef>
              <a:buClr>
                <a:schemeClr val="bg1"/>
              </a:buClr>
              <a:buSzPct val="25000"/>
              <a:buFont typeface="Calibri" panose="020F0502020204030204" pitchFamily="34" charset="0"/>
              <a:buNone/>
              <a:defRPr sz="7333" kern="1200" spc="-27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2pPr>
            <a:lvl3pPr marL="241294" indent="-241294" algn="l" defTabSz="121917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7333" kern="1200" spc="-27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3pPr>
            <a:lvl4pPr marL="543970" indent="-253994" algn="l" defTabSz="121917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7333" kern="1200" spc="-27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4pPr>
            <a:lvl5pPr marL="793731" indent="-230712" algn="l" defTabSz="121917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7333" kern="1200" spc="-27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5pPr>
            <a:lvl6pPr marL="1066773" indent="-253994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67" kern="1200">
                <a:solidFill>
                  <a:schemeClr val="tx1"/>
                </a:solidFill>
                <a:latin typeface="Helvetica 55 Roman" panose="020B0604020202020204" pitchFamily="34" charset="0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600" dirty="0">
                <a:solidFill>
                  <a:schemeClr val="tx1"/>
                </a:solidFill>
                <a:latin typeface="Helvetica 75 Bold"/>
              </a:rPr>
              <a:t>Comparaison par rapport à la </a:t>
            </a:r>
            <a:r>
              <a:rPr lang="en-GB" sz="3600" dirty="0">
                <a:solidFill>
                  <a:srgbClr val="FF7900"/>
                </a:solidFill>
                <a:latin typeface="Helvetica 75 Bold"/>
              </a:rPr>
              <a:t>recommandation humaine</a:t>
            </a:r>
            <a:endParaRPr lang="en-GB" sz="3600" dirty="0">
              <a:solidFill>
                <a:srgbClr val="FF7900"/>
              </a:solidFill>
            </a:endParaRPr>
          </a:p>
          <a:p>
            <a:endParaRPr lang="en-GB" sz="7200" dirty="0"/>
          </a:p>
          <a:p>
            <a:endParaRPr lang="en-GB" sz="7200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CE30B10D-B6AB-2CBD-AFA2-EFF9D5E7E03B}"/>
              </a:ext>
            </a:extLst>
          </p:cNvPr>
          <p:cNvSpPr txBox="1">
            <a:spLocks/>
          </p:cNvSpPr>
          <p:nvPr/>
        </p:nvSpPr>
        <p:spPr>
          <a:xfrm>
            <a:off x="447543" y="357719"/>
            <a:ext cx="2659642" cy="61504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1219170" rtl="0" eaLnBrk="1" latinLnBrk="0" hangingPunct="1">
              <a:lnSpc>
                <a:spcPct val="85000"/>
              </a:lnSpc>
              <a:spcBef>
                <a:spcPts val="0"/>
              </a:spcBef>
              <a:buClr>
                <a:schemeClr val="bg1"/>
              </a:buClr>
              <a:buSzPct val="25000"/>
              <a:buFont typeface="Calibri" panose="020F0502020204030204" pitchFamily="34" charset="0"/>
              <a:buNone/>
              <a:tabLst/>
              <a:defRPr sz="7333" kern="1200" spc="-27" baseline="0">
                <a:solidFill>
                  <a:schemeClr val="bg2"/>
                </a:solidFill>
                <a:latin typeface="Helvetica 75 Bold" panose="020B0804020202020204" pitchFamily="34" charset="0"/>
                <a:ea typeface="+mn-ea"/>
                <a:cs typeface="+mn-cs"/>
              </a:defRPr>
            </a:lvl1pPr>
            <a:lvl2pPr marL="0" indent="0" algn="l" defTabSz="1219170" rtl="0" eaLnBrk="1" latinLnBrk="0" hangingPunct="1">
              <a:lnSpc>
                <a:spcPct val="85000"/>
              </a:lnSpc>
              <a:spcBef>
                <a:spcPts val="0"/>
              </a:spcBef>
              <a:buClr>
                <a:schemeClr val="bg1"/>
              </a:buClr>
              <a:buSzPct val="25000"/>
              <a:buFont typeface="Calibri" panose="020F0502020204030204" pitchFamily="34" charset="0"/>
              <a:buNone/>
              <a:defRPr sz="7333" kern="1200" spc="-27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2pPr>
            <a:lvl3pPr marL="241294" indent="-241294" algn="l" defTabSz="121917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7333" kern="1200" spc="-27" baseline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3pPr>
            <a:lvl4pPr marL="543970" indent="-253994" algn="l" defTabSz="121917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7333" kern="1200" spc="-27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4pPr>
            <a:lvl5pPr marL="793731" indent="-230712" algn="l" defTabSz="121917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7333" kern="1200" spc="-27" baseline="0">
                <a:solidFill>
                  <a:schemeClr val="tx1"/>
                </a:solidFill>
                <a:latin typeface="Helvetica 55 Roman" panose="000B0500000000000000" pitchFamily="34" charset="0"/>
                <a:ea typeface="+mn-ea"/>
                <a:cs typeface="+mn-cs"/>
              </a:defRPr>
            </a:lvl5pPr>
            <a:lvl6pPr marL="1066773" indent="-253994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67" kern="1200">
                <a:solidFill>
                  <a:schemeClr val="tx1"/>
                </a:solidFill>
                <a:latin typeface="Helvetica 55 Roman" panose="020B0604020202020204" pitchFamily="34" charset="0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4400">
                <a:latin typeface="Helvetica 75 Bold"/>
              </a:rPr>
              <a:t>Résultats</a:t>
            </a:r>
            <a:br>
              <a:rPr lang="en-GB" sz="4400"/>
            </a:br>
            <a:endParaRPr lang="en-GB" sz="4400">
              <a:solidFill>
                <a:schemeClr val="bg1"/>
              </a:solidFill>
            </a:endParaRPr>
          </a:p>
          <a:p>
            <a:endParaRPr lang="en-GB" sz="8000"/>
          </a:p>
          <a:p>
            <a:endParaRPr lang="en-GB" sz="8000"/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E0CDD7A2-BD79-93EA-BE1A-15C522142C50}"/>
              </a:ext>
            </a:extLst>
          </p:cNvPr>
          <p:cNvGrpSpPr/>
          <p:nvPr/>
        </p:nvGrpSpPr>
        <p:grpSpPr>
          <a:xfrm>
            <a:off x="639280" y="3232815"/>
            <a:ext cx="1378773" cy="1443519"/>
            <a:chOff x="1326274" y="1827925"/>
            <a:chExt cx="1378773" cy="1443519"/>
          </a:xfrm>
        </p:grpSpPr>
        <p:sp>
          <p:nvSpPr>
            <p:cNvPr id="11" name="Text Placeholder 1">
              <a:extLst>
                <a:ext uri="{FF2B5EF4-FFF2-40B4-BE49-F238E27FC236}">
                  <a16:creationId xmlns:a16="http://schemas.microsoft.com/office/drawing/2014/main" id="{13C2DEC0-D5EB-EBE2-D87B-46AACD689C85}"/>
                </a:ext>
              </a:extLst>
            </p:cNvPr>
            <p:cNvSpPr txBox="1">
              <a:spLocks/>
            </p:cNvSpPr>
            <p:nvPr/>
          </p:nvSpPr>
          <p:spPr>
            <a:xfrm>
              <a:off x="1326274" y="1827925"/>
              <a:ext cx="979181" cy="1310576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1219170" rtl="0" eaLnBrk="1" latinLnBrk="0" hangingPunct="1">
                <a:lnSpc>
                  <a:spcPct val="85000"/>
                </a:lnSpc>
                <a:spcBef>
                  <a:spcPts val="0"/>
                </a:spcBef>
                <a:buClr>
                  <a:schemeClr val="bg1"/>
                </a:buClr>
                <a:buSzPct val="25000"/>
                <a:buFont typeface="Calibri" panose="020F0502020204030204" pitchFamily="34" charset="0"/>
                <a:buNone/>
                <a:tabLst/>
                <a:defRPr sz="7333" kern="1200" spc="-27" baseline="0">
                  <a:solidFill>
                    <a:schemeClr val="bg2"/>
                  </a:solidFill>
                  <a:latin typeface="Helvetica 75 Bold" panose="020B0804020202020204" pitchFamily="34" charset="0"/>
                  <a:ea typeface="+mn-ea"/>
                  <a:cs typeface="+mn-cs"/>
                </a:defRPr>
              </a:lvl1pPr>
              <a:lvl2pPr marL="0" indent="0" algn="l" defTabSz="1219170" rtl="0" eaLnBrk="1" latinLnBrk="0" hangingPunct="1">
                <a:lnSpc>
                  <a:spcPct val="85000"/>
                </a:lnSpc>
                <a:spcBef>
                  <a:spcPts val="0"/>
                </a:spcBef>
                <a:buClr>
                  <a:schemeClr val="bg1"/>
                </a:buClr>
                <a:buSzPct val="25000"/>
                <a:buFont typeface="Calibri" panose="020F0502020204030204" pitchFamily="34" charset="0"/>
                <a:buNone/>
                <a:defRPr sz="7333" kern="1200" spc="-27" baseline="0">
                  <a:solidFill>
                    <a:schemeClr val="tx1"/>
                  </a:solidFill>
                  <a:latin typeface="Helvetica 75 Bold" panose="020B0804020202020204" pitchFamily="34" charset="0"/>
                  <a:ea typeface="+mn-ea"/>
                  <a:cs typeface="+mn-cs"/>
                </a:defRPr>
              </a:lvl2pPr>
              <a:lvl3pPr marL="241294" indent="-241294" algn="l" defTabSz="1219170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7333" kern="1200" spc="-27" baseline="0">
                  <a:solidFill>
                    <a:schemeClr val="tx1"/>
                  </a:solidFill>
                  <a:latin typeface="Helvetica 75 Bold" panose="020B0804020202020204" pitchFamily="34" charset="0"/>
                  <a:ea typeface="+mn-ea"/>
                  <a:cs typeface="+mn-cs"/>
                </a:defRPr>
              </a:lvl3pPr>
              <a:lvl4pPr marL="543970" indent="-253994" algn="l" defTabSz="1219170" rtl="0" eaLnBrk="1" latinLnBrk="0" hangingPunct="1">
                <a:lnSpc>
                  <a:spcPct val="9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7333" kern="1200" spc="-27" baseline="0">
                  <a:solidFill>
                    <a:schemeClr val="tx1"/>
                  </a:solidFill>
                  <a:latin typeface="Helvetica 55 Roman" panose="000B0500000000000000" pitchFamily="34" charset="0"/>
                  <a:ea typeface="+mn-ea"/>
                  <a:cs typeface="+mn-cs"/>
                </a:defRPr>
              </a:lvl4pPr>
              <a:lvl5pPr marL="793731" indent="-230712" algn="l" defTabSz="1219170" rtl="0" eaLnBrk="1" latinLnBrk="0" hangingPunct="1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Font typeface="Arial" panose="020B0604020202020204" pitchFamily="34" charset="0"/>
                <a:buChar char="–"/>
                <a:defRPr sz="7333" kern="1200" spc="-27" baseline="0">
                  <a:solidFill>
                    <a:schemeClr val="tx1"/>
                  </a:solidFill>
                  <a:latin typeface="Helvetica 55 Roman" panose="000B0500000000000000" pitchFamily="34" charset="0"/>
                  <a:ea typeface="+mn-ea"/>
                  <a:cs typeface="+mn-cs"/>
                </a:defRPr>
              </a:lvl5pPr>
              <a:lvl6pPr marL="1066773" indent="-253994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867" kern="1200">
                  <a:solidFill>
                    <a:schemeClr val="tx1"/>
                  </a:solidFill>
                  <a:latin typeface="Helvetica 55 Roman" panose="020B0604020202020204" pitchFamily="34" charset="0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11500">
                  <a:solidFill>
                    <a:srgbClr val="FF0000"/>
                  </a:solidFill>
                  <a:latin typeface="Helvetica 75 Bold"/>
                </a:rPr>
                <a:t>7</a:t>
              </a:r>
              <a:endParaRPr lang="en-GB" sz="11500">
                <a:solidFill>
                  <a:srgbClr val="FF0000"/>
                </a:solidFill>
              </a:endParaRPr>
            </a:p>
            <a:p>
              <a:endParaRPr lang="en-GB" sz="34400"/>
            </a:p>
            <a:p>
              <a:endParaRPr lang="en-GB" sz="34400"/>
            </a:p>
          </p:txBody>
        </p:sp>
        <p:sp>
          <p:nvSpPr>
            <p:cNvPr id="12" name="Text Placeholder 1">
              <a:extLst>
                <a:ext uri="{FF2B5EF4-FFF2-40B4-BE49-F238E27FC236}">
                  <a16:creationId xmlns:a16="http://schemas.microsoft.com/office/drawing/2014/main" id="{A44EA536-5ADF-4895-28AF-1CDBE99C95F7}"/>
                </a:ext>
              </a:extLst>
            </p:cNvPr>
            <p:cNvSpPr txBox="1">
              <a:spLocks/>
            </p:cNvSpPr>
            <p:nvPr/>
          </p:nvSpPr>
          <p:spPr>
            <a:xfrm>
              <a:off x="1905863" y="2759706"/>
              <a:ext cx="799184" cy="511738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1219170" rtl="0" eaLnBrk="1" latinLnBrk="0" hangingPunct="1">
                <a:lnSpc>
                  <a:spcPct val="85000"/>
                </a:lnSpc>
                <a:spcBef>
                  <a:spcPts val="0"/>
                </a:spcBef>
                <a:buClr>
                  <a:schemeClr val="bg1"/>
                </a:buClr>
                <a:buSzPct val="25000"/>
                <a:buFont typeface="Calibri" panose="020F0502020204030204" pitchFamily="34" charset="0"/>
                <a:buNone/>
                <a:tabLst/>
                <a:defRPr sz="7333" kern="1200" spc="-27" baseline="0">
                  <a:solidFill>
                    <a:schemeClr val="bg2"/>
                  </a:solidFill>
                  <a:latin typeface="Helvetica 75 Bold" panose="020B0804020202020204" pitchFamily="34" charset="0"/>
                  <a:ea typeface="+mn-ea"/>
                  <a:cs typeface="+mn-cs"/>
                </a:defRPr>
              </a:lvl1pPr>
              <a:lvl2pPr marL="0" indent="0" algn="l" defTabSz="1219170" rtl="0" eaLnBrk="1" latinLnBrk="0" hangingPunct="1">
                <a:lnSpc>
                  <a:spcPct val="85000"/>
                </a:lnSpc>
                <a:spcBef>
                  <a:spcPts val="0"/>
                </a:spcBef>
                <a:buClr>
                  <a:schemeClr val="bg1"/>
                </a:buClr>
                <a:buSzPct val="25000"/>
                <a:buFont typeface="Calibri" panose="020F0502020204030204" pitchFamily="34" charset="0"/>
                <a:buNone/>
                <a:defRPr sz="7333" kern="1200" spc="-27" baseline="0">
                  <a:solidFill>
                    <a:schemeClr val="tx1"/>
                  </a:solidFill>
                  <a:latin typeface="Helvetica 75 Bold" panose="020B0804020202020204" pitchFamily="34" charset="0"/>
                  <a:ea typeface="+mn-ea"/>
                  <a:cs typeface="+mn-cs"/>
                </a:defRPr>
              </a:lvl2pPr>
              <a:lvl3pPr marL="241294" indent="-241294" algn="l" defTabSz="1219170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7333" kern="1200" spc="-27" baseline="0">
                  <a:solidFill>
                    <a:schemeClr val="tx1"/>
                  </a:solidFill>
                  <a:latin typeface="Helvetica 75 Bold" panose="020B0804020202020204" pitchFamily="34" charset="0"/>
                  <a:ea typeface="+mn-ea"/>
                  <a:cs typeface="+mn-cs"/>
                </a:defRPr>
              </a:lvl3pPr>
              <a:lvl4pPr marL="543970" indent="-253994" algn="l" defTabSz="1219170" rtl="0" eaLnBrk="1" latinLnBrk="0" hangingPunct="1">
                <a:lnSpc>
                  <a:spcPct val="9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7333" kern="1200" spc="-27" baseline="0">
                  <a:solidFill>
                    <a:schemeClr val="tx1"/>
                  </a:solidFill>
                  <a:latin typeface="Helvetica 55 Roman" panose="000B0500000000000000" pitchFamily="34" charset="0"/>
                  <a:ea typeface="+mn-ea"/>
                  <a:cs typeface="+mn-cs"/>
                </a:defRPr>
              </a:lvl4pPr>
              <a:lvl5pPr marL="793731" indent="-230712" algn="l" defTabSz="1219170" rtl="0" eaLnBrk="1" latinLnBrk="0" hangingPunct="1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Font typeface="Arial" panose="020B0604020202020204" pitchFamily="34" charset="0"/>
                <a:buChar char="–"/>
                <a:defRPr sz="7333" kern="1200" spc="-27" baseline="0">
                  <a:solidFill>
                    <a:schemeClr val="tx1"/>
                  </a:solidFill>
                  <a:latin typeface="Helvetica 55 Roman" panose="000B0500000000000000" pitchFamily="34" charset="0"/>
                  <a:ea typeface="+mn-ea"/>
                  <a:cs typeface="+mn-cs"/>
                </a:defRPr>
              </a:lvl5pPr>
              <a:lvl6pPr marL="1066773" indent="-253994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867" kern="1200">
                  <a:solidFill>
                    <a:schemeClr val="tx1"/>
                  </a:solidFill>
                  <a:latin typeface="Helvetica 55 Roman" panose="020B0604020202020204" pitchFamily="34" charset="0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4000">
                  <a:solidFill>
                    <a:srgbClr val="FF0000"/>
                  </a:solidFill>
                  <a:latin typeface="Helvetica 75 Bold"/>
                </a:rPr>
                <a:t>5%</a:t>
              </a:r>
              <a:endParaRPr lang="en-GB" sz="7200"/>
            </a:p>
            <a:p>
              <a:endParaRPr lang="en-GB" sz="8000"/>
            </a:p>
          </p:txBody>
        </p:sp>
      </p:grp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89CC4202-EEFF-430F-90E0-C596C7AEEA9A}"/>
              </a:ext>
            </a:extLst>
          </p:cNvPr>
          <p:cNvGrpSpPr/>
          <p:nvPr/>
        </p:nvGrpSpPr>
        <p:grpSpPr>
          <a:xfrm>
            <a:off x="3172163" y="2032056"/>
            <a:ext cx="3767884" cy="1533510"/>
            <a:chOff x="4442368" y="2483213"/>
            <a:chExt cx="3767884" cy="1533510"/>
          </a:xfrm>
        </p:grpSpPr>
        <p:sp>
          <p:nvSpPr>
            <p:cNvPr id="14" name="Text Placeholder 1">
              <a:extLst>
                <a:ext uri="{FF2B5EF4-FFF2-40B4-BE49-F238E27FC236}">
                  <a16:creationId xmlns:a16="http://schemas.microsoft.com/office/drawing/2014/main" id="{D7EC95AB-C2B5-31C3-4495-D6B8AE3C5C90}"/>
                </a:ext>
              </a:extLst>
            </p:cNvPr>
            <p:cNvSpPr txBox="1">
              <a:spLocks/>
            </p:cNvSpPr>
            <p:nvPr/>
          </p:nvSpPr>
          <p:spPr>
            <a:xfrm>
              <a:off x="4442368" y="2483213"/>
              <a:ext cx="2746372" cy="1310576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1219170" rtl="0" eaLnBrk="1" latinLnBrk="0" hangingPunct="1">
                <a:lnSpc>
                  <a:spcPct val="85000"/>
                </a:lnSpc>
                <a:spcBef>
                  <a:spcPts val="0"/>
                </a:spcBef>
                <a:buClr>
                  <a:schemeClr val="bg1"/>
                </a:buClr>
                <a:buSzPct val="25000"/>
                <a:buFont typeface="Calibri" panose="020F0502020204030204" pitchFamily="34" charset="0"/>
                <a:buNone/>
                <a:tabLst/>
                <a:defRPr sz="7333" kern="1200" spc="-27" baseline="0">
                  <a:solidFill>
                    <a:schemeClr val="bg2"/>
                  </a:solidFill>
                  <a:latin typeface="Helvetica 75 Bold" panose="020B0804020202020204" pitchFamily="34" charset="0"/>
                  <a:ea typeface="+mn-ea"/>
                  <a:cs typeface="+mn-cs"/>
                </a:defRPr>
              </a:lvl1pPr>
              <a:lvl2pPr marL="0" indent="0" algn="l" defTabSz="1219170" rtl="0" eaLnBrk="1" latinLnBrk="0" hangingPunct="1">
                <a:lnSpc>
                  <a:spcPct val="85000"/>
                </a:lnSpc>
                <a:spcBef>
                  <a:spcPts val="0"/>
                </a:spcBef>
                <a:buClr>
                  <a:schemeClr val="bg1"/>
                </a:buClr>
                <a:buSzPct val="25000"/>
                <a:buFont typeface="Calibri" panose="020F0502020204030204" pitchFamily="34" charset="0"/>
                <a:buNone/>
                <a:defRPr sz="7333" kern="1200" spc="-27" baseline="0">
                  <a:solidFill>
                    <a:schemeClr val="tx1"/>
                  </a:solidFill>
                  <a:latin typeface="Helvetica 75 Bold" panose="020B0804020202020204" pitchFamily="34" charset="0"/>
                  <a:ea typeface="+mn-ea"/>
                  <a:cs typeface="+mn-cs"/>
                </a:defRPr>
              </a:lvl2pPr>
              <a:lvl3pPr marL="241294" indent="-241294" algn="l" defTabSz="1219170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7333" kern="1200" spc="-27" baseline="0">
                  <a:solidFill>
                    <a:schemeClr val="tx1"/>
                  </a:solidFill>
                  <a:latin typeface="Helvetica 75 Bold" panose="020B0804020202020204" pitchFamily="34" charset="0"/>
                  <a:ea typeface="+mn-ea"/>
                  <a:cs typeface="+mn-cs"/>
                </a:defRPr>
              </a:lvl3pPr>
              <a:lvl4pPr marL="543970" indent="-253994" algn="l" defTabSz="1219170" rtl="0" eaLnBrk="1" latinLnBrk="0" hangingPunct="1">
                <a:lnSpc>
                  <a:spcPct val="9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7333" kern="1200" spc="-27" baseline="0">
                  <a:solidFill>
                    <a:schemeClr val="tx1"/>
                  </a:solidFill>
                  <a:latin typeface="Helvetica 55 Roman" panose="000B0500000000000000" pitchFamily="34" charset="0"/>
                  <a:ea typeface="+mn-ea"/>
                  <a:cs typeface="+mn-cs"/>
                </a:defRPr>
              </a:lvl4pPr>
              <a:lvl5pPr marL="793731" indent="-230712" algn="l" defTabSz="1219170" rtl="0" eaLnBrk="1" latinLnBrk="0" hangingPunct="1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Font typeface="Arial" panose="020B0604020202020204" pitchFamily="34" charset="0"/>
                <a:buChar char="–"/>
                <a:defRPr sz="7333" kern="1200" spc="-27" baseline="0">
                  <a:solidFill>
                    <a:schemeClr val="tx1"/>
                  </a:solidFill>
                  <a:latin typeface="Helvetica 55 Roman" panose="000B0500000000000000" pitchFamily="34" charset="0"/>
                  <a:ea typeface="+mn-ea"/>
                  <a:cs typeface="+mn-cs"/>
                </a:defRPr>
              </a:lvl5pPr>
              <a:lvl6pPr marL="1066773" indent="-253994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867" kern="1200">
                  <a:solidFill>
                    <a:schemeClr val="tx1"/>
                  </a:solidFill>
                  <a:latin typeface="Helvetica 55 Roman" panose="020B0604020202020204" pitchFamily="34" charset="0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11500">
                  <a:latin typeface="Helvetica 75 Bold"/>
                </a:rPr>
                <a:t>112</a:t>
              </a:r>
              <a:endParaRPr lang="en-GB" sz="11500">
                <a:solidFill>
                  <a:schemeClr val="bg1"/>
                </a:solidFill>
              </a:endParaRPr>
            </a:p>
            <a:p>
              <a:endParaRPr lang="en-GB" sz="6600"/>
            </a:p>
            <a:p>
              <a:endParaRPr lang="en-GB" sz="34400"/>
            </a:p>
          </p:txBody>
        </p:sp>
        <p:sp>
          <p:nvSpPr>
            <p:cNvPr id="15" name="Text Placeholder 1">
              <a:extLst>
                <a:ext uri="{FF2B5EF4-FFF2-40B4-BE49-F238E27FC236}">
                  <a16:creationId xmlns:a16="http://schemas.microsoft.com/office/drawing/2014/main" id="{24E27E9F-D414-CCB0-2FFE-944931F61C84}"/>
                </a:ext>
              </a:extLst>
            </p:cNvPr>
            <p:cNvSpPr txBox="1">
              <a:spLocks/>
            </p:cNvSpPr>
            <p:nvPr/>
          </p:nvSpPr>
          <p:spPr>
            <a:xfrm>
              <a:off x="5630905" y="3748029"/>
              <a:ext cx="2579347" cy="268694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1219170" rtl="0" eaLnBrk="1" latinLnBrk="0" hangingPunct="1">
                <a:lnSpc>
                  <a:spcPct val="85000"/>
                </a:lnSpc>
                <a:spcBef>
                  <a:spcPts val="0"/>
                </a:spcBef>
                <a:buClr>
                  <a:schemeClr val="bg1"/>
                </a:buClr>
                <a:buSzPct val="25000"/>
                <a:buFont typeface="Calibri" panose="020F0502020204030204" pitchFamily="34" charset="0"/>
                <a:buNone/>
                <a:tabLst/>
                <a:defRPr sz="7333" kern="1200" spc="-27" baseline="0">
                  <a:solidFill>
                    <a:schemeClr val="bg2"/>
                  </a:solidFill>
                  <a:latin typeface="Helvetica 75 Bold" panose="020B0804020202020204" pitchFamily="34" charset="0"/>
                  <a:ea typeface="+mn-ea"/>
                  <a:cs typeface="+mn-cs"/>
                </a:defRPr>
              </a:lvl1pPr>
              <a:lvl2pPr marL="0" indent="0" algn="l" defTabSz="1219170" rtl="0" eaLnBrk="1" latinLnBrk="0" hangingPunct="1">
                <a:lnSpc>
                  <a:spcPct val="85000"/>
                </a:lnSpc>
                <a:spcBef>
                  <a:spcPts val="0"/>
                </a:spcBef>
                <a:buClr>
                  <a:schemeClr val="bg1"/>
                </a:buClr>
                <a:buSzPct val="25000"/>
                <a:buFont typeface="Calibri" panose="020F0502020204030204" pitchFamily="34" charset="0"/>
                <a:buNone/>
                <a:defRPr sz="7333" kern="1200" spc="-27" baseline="0">
                  <a:solidFill>
                    <a:schemeClr val="tx1"/>
                  </a:solidFill>
                  <a:latin typeface="Helvetica 75 Bold" panose="020B0804020202020204" pitchFamily="34" charset="0"/>
                  <a:ea typeface="+mn-ea"/>
                  <a:cs typeface="+mn-cs"/>
                </a:defRPr>
              </a:lvl2pPr>
              <a:lvl3pPr marL="241294" indent="-241294" algn="l" defTabSz="1219170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7333" kern="1200" spc="-27" baseline="0">
                  <a:solidFill>
                    <a:schemeClr val="tx1"/>
                  </a:solidFill>
                  <a:latin typeface="Helvetica 75 Bold" panose="020B0804020202020204" pitchFamily="34" charset="0"/>
                  <a:ea typeface="+mn-ea"/>
                  <a:cs typeface="+mn-cs"/>
                </a:defRPr>
              </a:lvl3pPr>
              <a:lvl4pPr marL="543970" indent="-253994" algn="l" defTabSz="1219170" rtl="0" eaLnBrk="1" latinLnBrk="0" hangingPunct="1">
                <a:lnSpc>
                  <a:spcPct val="9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7333" kern="1200" spc="-27" baseline="0">
                  <a:solidFill>
                    <a:schemeClr val="tx1"/>
                  </a:solidFill>
                  <a:latin typeface="Helvetica 55 Roman" panose="000B0500000000000000" pitchFamily="34" charset="0"/>
                  <a:ea typeface="+mn-ea"/>
                  <a:cs typeface="+mn-cs"/>
                </a:defRPr>
              </a:lvl4pPr>
              <a:lvl5pPr marL="793731" indent="-230712" algn="l" defTabSz="1219170" rtl="0" eaLnBrk="1" latinLnBrk="0" hangingPunct="1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Font typeface="Arial" panose="020B0604020202020204" pitchFamily="34" charset="0"/>
                <a:buChar char="–"/>
                <a:defRPr sz="7333" kern="1200" spc="-27" baseline="0">
                  <a:solidFill>
                    <a:schemeClr val="tx1"/>
                  </a:solidFill>
                  <a:latin typeface="Helvetica 55 Roman" panose="000B0500000000000000" pitchFamily="34" charset="0"/>
                  <a:ea typeface="+mn-ea"/>
                  <a:cs typeface="+mn-cs"/>
                </a:defRPr>
              </a:lvl5pPr>
              <a:lvl6pPr marL="1066773" indent="-253994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867" kern="1200">
                  <a:solidFill>
                    <a:schemeClr val="tx1"/>
                  </a:solidFill>
                  <a:latin typeface="Helvetica 55 Roman" panose="020B0604020202020204" pitchFamily="34" charset="0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1800">
                  <a:solidFill>
                    <a:schemeClr val="accent1"/>
                  </a:solidFill>
                  <a:latin typeface="Helvetica 75 Bold"/>
                </a:rPr>
                <a:t>Groupes + Espaces</a:t>
              </a:r>
              <a:endParaRPr lang="en-GB" sz="4000">
                <a:solidFill>
                  <a:schemeClr val="accent1"/>
                </a:solidFill>
              </a:endParaRPr>
            </a:p>
            <a:p>
              <a:endParaRPr lang="en-GB" sz="4400"/>
            </a:p>
          </p:txBody>
        </p:sp>
      </p:grpSp>
      <p:sp>
        <p:nvSpPr>
          <p:cNvPr id="22" name="ZoneTexte 21">
            <a:extLst>
              <a:ext uri="{FF2B5EF4-FFF2-40B4-BE49-F238E27FC236}">
                <a16:creationId xmlns:a16="http://schemas.microsoft.com/office/drawing/2014/main" id="{EEB0EFCC-891E-0C90-06E8-4BFC63B78619}"/>
              </a:ext>
            </a:extLst>
          </p:cNvPr>
          <p:cNvSpPr txBox="1"/>
          <p:nvPr/>
        </p:nvSpPr>
        <p:spPr>
          <a:xfrm>
            <a:off x="639280" y="5035965"/>
            <a:ext cx="1405834" cy="307777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r>
              <a:rPr lang="fr-FR" sz="2000"/>
              <a:t>Différences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E9464A5B-4163-4A3B-BAC3-1CC286973D04}"/>
              </a:ext>
            </a:extLst>
          </p:cNvPr>
          <p:cNvSpPr txBox="1"/>
          <p:nvPr/>
        </p:nvSpPr>
        <p:spPr>
          <a:xfrm>
            <a:off x="8368893" y="5828743"/>
            <a:ext cx="2188100" cy="307777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r>
              <a:rPr lang="fr-FR" sz="2000"/>
              <a:t>Correspondances</a:t>
            </a:r>
          </a:p>
        </p:txBody>
      </p:sp>
    </p:spTree>
    <p:extLst>
      <p:ext uri="{BB962C8B-B14F-4D97-AF65-F5344CB8AC3E}">
        <p14:creationId xmlns:p14="http://schemas.microsoft.com/office/powerpoint/2010/main" val="9382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A16651B-3AD1-400D-8471-64B7DF47F9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8359" y="357719"/>
            <a:ext cx="8129119" cy="876278"/>
          </a:xfrm>
        </p:spPr>
        <p:txBody>
          <a:bodyPr>
            <a:normAutofit lnSpcReduction="10000"/>
          </a:bodyPr>
          <a:lstStyle/>
          <a:p>
            <a:r>
              <a:rPr lang="en-GB">
                <a:solidFill>
                  <a:schemeClr val="bg2"/>
                </a:solidFill>
              </a:rPr>
              <a:t>Perspectives</a:t>
            </a:r>
            <a:endParaRPr lang="en-GB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09D0B6A-7740-E503-614D-111287FA3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364" y="1634323"/>
            <a:ext cx="6548529" cy="3402122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C8E582F2-D563-EA89-B01E-C6FFBDB55E45}"/>
              </a:ext>
            </a:extLst>
          </p:cNvPr>
          <p:cNvSpPr txBox="1"/>
          <p:nvPr/>
        </p:nvSpPr>
        <p:spPr>
          <a:xfrm>
            <a:off x="8051070" y="2540193"/>
            <a:ext cx="3612624" cy="15823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400"/>
              <a:t>L’idée est de prendre en compte les </a:t>
            </a:r>
            <a:r>
              <a:rPr lang="fr-FR" sz="1400">
                <a:solidFill>
                  <a:srgbClr val="FF7900"/>
                </a:solidFill>
              </a:rPr>
              <a:t>tuiles</a:t>
            </a:r>
            <a:endParaRPr lang="fr-FR">
              <a:solidFill>
                <a:srgbClr val="FFFFFF"/>
              </a:solidFill>
            </a:endParaRPr>
          </a:p>
          <a:p>
            <a:pPr>
              <a:lnSpc>
                <a:spcPct val="150000"/>
              </a:lnSpc>
            </a:pPr>
            <a:r>
              <a:rPr lang="fr-FR" sz="1400">
                <a:solidFill>
                  <a:srgbClr val="FFFFFF"/>
                </a:solidFill>
              </a:rPr>
              <a:t>fournies</a:t>
            </a:r>
            <a:r>
              <a:rPr lang="fr-FR" sz="1400"/>
              <a:t> par </a:t>
            </a:r>
            <a:r>
              <a:rPr lang="fr-FR" sz="1400">
                <a:solidFill>
                  <a:srgbClr val="FF7900"/>
                </a:solidFill>
              </a:rPr>
              <a:t>Social Edge</a:t>
            </a:r>
            <a:r>
              <a:rPr lang="fr-FR" sz="1400"/>
              <a:t>, </a:t>
            </a:r>
            <a:r>
              <a:rPr lang="fr-FR" sz="1400" err="1">
                <a:solidFill>
                  <a:srgbClr val="FF7900"/>
                </a:solidFill>
              </a:rPr>
              <a:t>Jive</a:t>
            </a:r>
            <a:r>
              <a:rPr lang="fr-FR" sz="1400"/>
              <a:t> et</a:t>
            </a:r>
            <a:endParaRPr lang="fr-FR"/>
          </a:p>
          <a:p>
            <a:pPr>
              <a:lnSpc>
                <a:spcPct val="150000"/>
              </a:lnSpc>
            </a:pPr>
            <a:r>
              <a:rPr lang="fr-FR" sz="1400"/>
              <a:t> développées par </a:t>
            </a:r>
            <a:r>
              <a:rPr lang="fr-FR" sz="1400">
                <a:solidFill>
                  <a:srgbClr val="FF7900"/>
                </a:solidFill>
              </a:rPr>
              <a:t>Orange</a:t>
            </a:r>
            <a:r>
              <a:rPr lang="fr-FR" sz="1400"/>
              <a:t> et qui sont </a:t>
            </a:r>
            <a:endParaRPr lang="fr-FR">
              <a:solidFill>
                <a:srgbClr val="FFFFFF"/>
              </a:solidFill>
            </a:endParaRPr>
          </a:p>
          <a:p>
            <a:pPr>
              <a:lnSpc>
                <a:spcPct val="150000"/>
              </a:lnSpc>
            </a:pPr>
            <a:r>
              <a:rPr lang="fr-FR" sz="1400">
                <a:solidFill>
                  <a:srgbClr val="FF7900"/>
                </a:solidFill>
              </a:rPr>
              <a:t>utilisées pour les communautés à</a:t>
            </a:r>
            <a:endParaRPr lang="fr-FR">
              <a:solidFill>
                <a:srgbClr val="FFFFFF"/>
              </a:solidFill>
            </a:endParaRPr>
          </a:p>
          <a:p>
            <a:pPr>
              <a:lnSpc>
                <a:spcPct val="150000"/>
              </a:lnSpc>
            </a:pPr>
            <a:r>
              <a:rPr lang="fr-FR" sz="1400">
                <a:solidFill>
                  <a:srgbClr val="FF7900"/>
                </a:solidFill>
              </a:rPr>
              <a:t> migrer vers SharePoint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8485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lack Master 2023">
  <a:themeElements>
    <a:clrScheme name="Orange BLK Secondary">
      <a:dk1>
        <a:srgbClr val="FFFFFF"/>
      </a:dk1>
      <a:lt1>
        <a:srgbClr val="000000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range">
      <a:majorFont>
        <a:latin typeface="Helvetica 75 Bold"/>
        <a:ea typeface=""/>
        <a:cs typeface=""/>
      </a:majorFont>
      <a:minorFont>
        <a:latin typeface="Helvetica 75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>
            <a:solidFill>
              <a:srgbClr val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none" lIns="0" tIns="0" rIns="0" bIns="0" rtlCol="0">
        <a:spAutoFit/>
      </a:bodyPr>
      <a:lstStyle>
        <a:defPPr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3" id="{22BB5982-6002-40D2-8F3F-3CDBE7F48A61}" vid="{97D4D3ED-50E4-4DC3-BD97-53A507457FDC}"/>
    </a:ext>
  </a:extLst>
</a:theme>
</file>

<file path=ppt/theme/theme2.xml><?xml version="1.0" encoding="utf-8"?>
<a:theme xmlns:a="http://schemas.openxmlformats.org/drawingml/2006/main" name="1_Black Master 2023">
  <a:themeElements>
    <a:clrScheme name="Orange BLK Secondary">
      <a:dk1>
        <a:srgbClr val="FFFFFF"/>
      </a:dk1>
      <a:lt1>
        <a:srgbClr val="000000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range">
      <a:majorFont>
        <a:latin typeface="Helvetica 75 Bold"/>
        <a:ea typeface=""/>
        <a:cs typeface=""/>
      </a:majorFont>
      <a:minorFont>
        <a:latin typeface="Helvetica 75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>
            <a:solidFill>
              <a:srgbClr val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none" lIns="0" tIns="0" rIns="0" bIns="0" rtlCol="0">
        <a:spAutoFit/>
      </a:bodyPr>
      <a:lstStyle>
        <a:defPPr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3" id="{22BB5982-6002-40D2-8F3F-3CDBE7F48A61}" vid="{97D4D3ED-50E4-4DC3-BD97-53A507457FDC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ded3c06-c350-49f9-a895-550b053c27d2">
      <Terms xmlns="http://schemas.microsoft.com/office/infopath/2007/PartnerControls"/>
    </lcf76f155ced4ddcb4097134ff3c332f>
    <TaxCatchAll xmlns="af71fe97-6cc8-4a89-b52d-7c04377f8fa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BDAF1874D775459F2DEF5802F2B27C" ma:contentTypeVersion="15" ma:contentTypeDescription="Crée un document." ma:contentTypeScope="" ma:versionID="bf4dc765e38f49ea245d9d093fdaf7b9">
  <xsd:schema xmlns:xsd="http://www.w3.org/2001/XMLSchema" xmlns:xs="http://www.w3.org/2001/XMLSchema" xmlns:p="http://schemas.microsoft.com/office/2006/metadata/properties" xmlns:ns2="9ded3c06-c350-49f9-a895-550b053c27d2" xmlns:ns3="af71fe97-6cc8-4a89-b52d-7c04377f8fa1" targetNamespace="http://schemas.microsoft.com/office/2006/metadata/properties" ma:root="true" ma:fieldsID="411024e1625f6dece9c9a6c434b970cf" ns2:_="" ns3:_="">
    <xsd:import namespace="9ded3c06-c350-49f9-a895-550b053c27d2"/>
    <xsd:import namespace="af71fe97-6cc8-4a89-b52d-7c04377f8f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ed3c06-c350-49f9-a895-550b053c27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Balises d’images" ma:readOnly="false" ma:fieldId="{5cf76f15-5ced-4ddc-b409-7134ff3c332f}" ma:taxonomyMulti="true" ma:sspId="aa8976df-9c6d-4c47-88b7-85635e50fb4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71fe97-6cc8-4a89-b52d-7c04377f8fa1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52a6c280-443e-43a8-a6b0-5e52b56b841f}" ma:internalName="TaxCatchAll" ma:showField="CatchAllData" ma:web="af71fe97-6cc8-4a89-b52d-7c04377f8fa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2719E38-5E0D-4476-88F2-6FE49290A561}">
  <ds:schemaRefs>
    <ds:schemaRef ds:uri="http://purl.org/dc/terms/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241500fa-cdb8-4a32-adac-018d4e8bd254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d311ad2c-1c25-4536-ab8b-4c2ea38aaa38"/>
    <ds:schemaRef ds:uri="9ded3c06-c350-49f9-a895-550b053c27d2"/>
    <ds:schemaRef ds:uri="af71fe97-6cc8-4a89-b52d-7c04377f8fa1"/>
  </ds:schemaRefs>
</ds:datastoreItem>
</file>

<file path=customXml/itemProps2.xml><?xml version="1.0" encoding="utf-8"?>
<ds:datastoreItem xmlns:ds="http://schemas.openxmlformats.org/officeDocument/2006/customXml" ds:itemID="{1599E3C9-41A9-48A4-B43C-751A090A80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ed3c06-c350-49f9-a895-550b053c27d2"/>
    <ds:schemaRef ds:uri="af71fe97-6cc8-4a89-b52d-7c04377f8f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B0D4091-4661-4414-A6B0-636A19E4217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6c818a6-e1a0-4a6e-a969-20d857c5dc62}" enabled="1" method="Standard" siteId="{90c7a20a-f34b-40bf-bc48-b9253b6f5d2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120</Words>
  <Application>Microsoft Office PowerPoint</Application>
  <PresentationFormat>Grand écran</PresentationFormat>
  <Paragraphs>36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6</vt:i4>
      </vt:variant>
    </vt:vector>
  </HeadingPairs>
  <TitlesOfParts>
    <vt:vector size="14" baseType="lpstr">
      <vt:lpstr>Arial</vt:lpstr>
      <vt:lpstr>Calibri</vt:lpstr>
      <vt:lpstr>Helvetica 55 Roman</vt:lpstr>
      <vt:lpstr>Helvetica 75</vt:lpstr>
      <vt:lpstr>Helvetica 75 Bold</vt:lpstr>
      <vt:lpstr>Wingdings</vt:lpstr>
      <vt:lpstr>Black Master 2023</vt:lpstr>
      <vt:lpstr>1_Black Master 2023</vt:lpstr>
      <vt:lpstr>Moteur de reco V2 + perspectives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Moteur de reco V2 + perspectives</dc:title>
  <dc:creator>ADAMS DEXTER Tchatchoua De Kouamegne DRHG</dc:creator>
  <cp:lastModifiedBy>ADAMS DEXTER Tchatchoua de Kouamegne</cp:lastModifiedBy>
  <cp:revision>8</cp:revision>
  <dcterms:created xsi:type="dcterms:W3CDTF">2024-07-23T09:05:43Z</dcterms:created>
  <dcterms:modified xsi:type="dcterms:W3CDTF">2024-08-11T22:52:38Z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Thème Office:8\Black Master 2023:6</vt:lpwstr>
  </property>
  <property fmtid="{D5CDD505-2E9C-101B-9397-08002B2CF9AE}" pid="3" name="ClassificationContentMarkingFooterText">
    <vt:lpwstr>Orange Restricted</vt:lpwstr>
  </property>
  <property fmtid="{D5CDD505-2E9C-101B-9397-08002B2CF9AE}" pid="4" name="ContentTypeId">
    <vt:lpwstr>0x010100E9BDAF1874D775459F2DEF5802F2B27C</vt:lpwstr>
  </property>
</Properties>
</file>